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4" r:id="rId3"/>
    <p:sldId id="263" r:id="rId4"/>
    <p:sldId id="262" r:id="rId5"/>
    <p:sldId id="270" r:id="rId6"/>
    <p:sldId id="265" r:id="rId7"/>
    <p:sldId id="294" r:id="rId8"/>
    <p:sldId id="291" r:id="rId9"/>
    <p:sldId id="292" r:id="rId10"/>
    <p:sldId id="293" r:id="rId11"/>
  </p:sldIdLst>
  <p:sldSz cx="18288000" cy="10287000"/>
  <p:notesSz cx="6858000" cy="9144000"/>
  <p:embeddedFontLst>
    <p:embeddedFont>
      <p:font typeface="Playfair Display Black" panose="00000A00000000000000" pitchFamily="2" charset="0"/>
      <p:bold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5BA7E-7F25-C5B9-4054-27F549E31223}" v="491" dt="2026-04-26T17:04:34.463"/>
    <p1510:client id="{132A428B-0188-5ECA-E9A0-2F344F638566}" v="511" dt="2026-04-26T18:33:43.934"/>
    <p1510:client id="{3585387C-0DC5-306A-5E26-E912406F5579}" v="410" dt="2026-04-27T13:46:35.173"/>
    <p1510:client id="{41A8C363-AE1A-BB7E-3F5C-2217BD99B315}" v="123" dt="2026-04-27T07:10:53.999"/>
    <p1510:client id="{E2CEA4B2-EEE1-035C-1087-DFA556D2232A}" v="3174" dt="2026-04-27T06:52:17.496"/>
  </p1510:revLst>
</p1510:revInfo>
</file>

<file path=ppt/tableStyles.xml><?xml version="1.0" encoding="utf-8"?>
<a:tblStyleLst xmlns:a="http://schemas.openxmlformats.org/drawingml/2006/main" def="{B098D140-4961-4532-BD58-4F3D4F08A97D}">
  <a:tblStyle styleId="{B098D140-4961-4532-BD58-4F3D4F08A9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U-TUDOR CIOBANU" userId="S::sergiu.ciobanu@stud.ubbcluj.ro::8f30d80a-4265-4be6-bfad-e739aa336583" providerId="AD" clId="Web-{E2CEA4B2-EEE1-035C-1087-DFA556D2232A}"/>
    <pc:docChg chg="addSld delSld modSld sldOrd">
      <pc:chgData name="SERGIU-TUDOR CIOBANU" userId="S::sergiu.ciobanu@stud.ubbcluj.ro::8f30d80a-4265-4be6-bfad-e739aa336583" providerId="AD" clId="Web-{E2CEA4B2-EEE1-035C-1087-DFA556D2232A}" dt="2026-04-27T06:52:17.496" v="1707"/>
      <pc:docMkLst>
        <pc:docMk/>
      </pc:docMkLst>
      <pc:sldChg chg="addSp delSp modSp del addAnim delAnim">
        <pc:chgData name="SERGIU-TUDOR CIOBANU" userId="S::sergiu.ciobanu@stud.ubbcluj.ro::8f30d80a-4265-4be6-bfad-e739aa336583" providerId="AD" clId="Web-{E2CEA4B2-EEE1-035C-1087-DFA556D2232A}" dt="2026-04-26T17:23:45.564" v="705"/>
        <pc:sldMkLst>
          <pc:docMk/>
          <pc:sldMk cId="0" sldId="257"/>
        </pc:sldMkLst>
        <pc:spChg chg="add del mod">
          <ac:chgData name="SERGIU-TUDOR CIOBANU" userId="S::sergiu.ciobanu@stud.ubbcluj.ro::8f30d80a-4265-4be6-bfad-e739aa336583" providerId="AD" clId="Web-{E2CEA4B2-EEE1-035C-1087-DFA556D2232A}" dt="2026-04-26T16:54:05.693" v="142" actId="20577"/>
          <ac:spMkLst>
            <pc:docMk/>
            <pc:sldMk cId="0" sldId="257"/>
            <ac:spMk id="118" creationId="{00000000-0000-0000-0000-000000000000}"/>
          </ac:spMkLst>
        </pc:spChg>
        <pc:spChg chg="add del mod">
          <ac:chgData name="SERGIU-TUDOR CIOBANU" userId="S::sergiu.ciobanu@stud.ubbcluj.ro::8f30d80a-4265-4be6-bfad-e739aa336583" providerId="AD" clId="Web-{E2CEA4B2-EEE1-035C-1087-DFA556D2232A}" dt="2026-04-26T16:57:50.228" v="242" actId="2057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16:57:30.306" v="219" actId="1076"/>
          <ac:spMkLst>
            <pc:docMk/>
            <pc:sldMk cId="0" sldId="257"/>
            <ac:spMk id="127" creationId="{00000000-0000-0000-0000-000000000000}"/>
          </ac:spMkLst>
        </pc:spChg>
        <pc:grpChg chg="mod">
          <ac:chgData name="SERGIU-TUDOR CIOBANU" userId="S::sergiu.ciobanu@stud.ubbcluj.ro::8f30d80a-4265-4be6-bfad-e739aa336583" providerId="AD" clId="Web-{E2CEA4B2-EEE1-035C-1087-DFA556D2232A}" dt="2026-04-26T16:56:13.257" v="210" actId="1076"/>
          <ac:grpSpMkLst>
            <pc:docMk/>
            <pc:sldMk cId="0" sldId="257"/>
            <ac:grpSpMk id="115" creationId="{00000000-0000-0000-0000-000000000000}"/>
          </ac:grpSpMkLst>
        </pc:grpChg>
        <pc:picChg chg="mod">
          <ac:chgData name="SERGIU-TUDOR CIOBANU" userId="S::sergiu.ciobanu@stud.ubbcluj.ro::8f30d80a-4265-4be6-bfad-e739aa336583" providerId="AD" clId="Web-{E2CEA4B2-EEE1-035C-1087-DFA556D2232A}" dt="2026-04-26T16:57:22.462" v="217" actId="14100"/>
          <ac:picMkLst>
            <pc:docMk/>
            <pc:sldMk cId="0" sldId="257"/>
            <ac:picMk id="2" creationId="{72453047-7007-2103-0DF3-953555886000}"/>
          </ac:picMkLst>
        </pc:picChg>
      </pc:sldChg>
      <pc:sldChg chg="del">
        <pc:chgData name="SERGIU-TUDOR CIOBANU" userId="S::sergiu.ciobanu@stud.ubbcluj.ro::8f30d80a-4265-4be6-bfad-e739aa336583" providerId="AD" clId="Web-{E2CEA4B2-EEE1-035C-1087-DFA556D2232A}" dt="2026-04-26T20:25:54.979" v="1510"/>
        <pc:sldMkLst>
          <pc:docMk/>
          <pc:sldMk cId="0" sldId="258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79" v="1509"/>
        <pc:sldMkLst>
          <pc:docMk/>
          <pc:sldMk cId="0" sldId="259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79" v="1508"/>
        <pc:sldMkLst>
          <pc:docMk/>
          <pc:sldMk cId="0" sldId="260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79" v="1507"/>
        <pc:sldMkLst>
          <pc:docMk/>
          <pc:sldMk cId="0" sldId="261"/>
        </pc:sldMkLst>
      </pc:sldChg>
      <pc:sldChg chg="modSp">
        <pc:chgData name="SERGIU-TUDOR CIOBANU" userId="S::sergiu.ciobanu@stud.ubbcluj.ro::8f30d80a-4265-4be6-bfad-e739aa336583" providerId="AD" clId="Web-{E2CEA4B2-EEE1-035C-1087-DFA556D2232A}" dt="2026-04-27T06:38:32.225" v="1682" actId="1076"/>
        <pc:sldMkLst>
          <pc:docMk/>
          <pc:sldMk cId="0" sldId="262"/>
        </pc:sldMkLst>
        <pc:spChg chg="mod">
          <ac:chgData name="SERGIU-TUDOR CIOBANU" userId="S::sergiu.ciobanu@stud.ubbcluj.ro::8f30d80a-4265-4be6-bfad-e739aa336583" providerId="AD" clId="Web-{E2CEA4B2-EEE1-035C-1087-DFA556D2232A}" dt="2026-04-27T06:38:20.021" v="1680" actId="1076"/>
          <ac:spMkLst>
            <pc:docMk/>
            <pc:sldMk cId="0" sldId="262"/>
            <ac:spMk id="10" creationId="{CBF01B4A-13A7-A5F1-E373-3944B9CABFD0}"/>
          </ac:spMkLst>
        </pc:spChg>
        <pc:grpChg chg="mod">
          <ac:chgData name="SERGIU-TUDOR CIOBANU" userId="S::sergiu.ciobanu@stud.ubbcluj.ro::8f30d80a-4265-4be6-bfad-e739aa336583" providerId="AD" clId="Web-{E2CEA4B2-EEE1-035C-1087-DFA556D2232A}" dt="2026-04-27T06:38:23.974" v="1681" actId="1076"/>
          <ac:grpSpMkLst>
            <pc:docMk/>
            <pc:sldMk cId="0" sldId="262"/>
            <ac:grpSpMk id="290" creationId="{00000000-0000-0000-0000-000000000000}"/>
          </ac:grpSpMkLst>
        </pc:grpChg>
        <pc:grpChg chg="mod">
          <ac:chgData name="SERGIU-TUDOR CIOBANU" userId="S::sergiu.ciobanu@stud.ubbcluj.ro::8f30d80a-4265-4be6-bfad-e739aa336583" providerId="AD" clId="Web-{E2CEA4B2-EEE1-035C-1087-DFA556D2232A}" dt="2026-04-27T06:38:32.225" v="1682" actId="1076"/>
          <ac:grpSpMkLst>
            <pc:docMk/>
            <pc:sldMk cId="0" sldId="262"/>
            <ac:grpSpMk id="310" creationId="{00000000-0000-0000-0000-000000000000}"/>
          </ac:grpSpMkLst>
        </pc:grpChg>
        <pc:picChg chg="mod">
          <ac:chgData name="SERGIU-TUDOR CIOBANU" userId="S::sergiu.ciobanu@stud.ubbcluj.ro::8f30d80a-4265-4be6-bfad-e739aa336583" providerId="AD" clId="Web-{E2CEA4B2-EEE1-035C-1087-DFA556D2232A}" dt="2026-04-27T06:38:16.020" v="1679" actId="1076"/>
          <ac:picMkLst>
            <pc:docMk/>
            <pc:sldMk cId="0" sldId="262"/>
            <ac:picMk id="11" creationId="{BA6B8898-50E9-92FF-0550-770688433C78}"/>
          </ac:picMkLst>
        </pc:picChg>
      </pc:sldChg>
      <pc:sldChg chg="addSp delSp modSp ord">
        <pc:chgData name="SERGIU-TUDOR CIOBANU" userId="S::sergiu.ciobanu@stud.ubbcluj.ro::8f30d80a-4265-4be6-bfad-e739aa336583" providerId="AD" clId="Web-{E2CEA4B2-EEE1-035C-1087-DFA556D2232A}" dt="2026-04-27T06:50:24.149" v="1705"/>
        <pc:sldMkLst>
          <pc:docMk/>
          <pc:sldMk cId="0" sldId="263"/>
        </pc:sldMkLst>
        <pc:spChg chg="add del">
          <ac:chgData name="SERGIU-TUDOR CIOBANU" userId="S::sergiu.ciobanu@stud.ubbcluj.ro::8f30d80a-4265-4be6-bfad-e739aa336583" providerId="AD" clId="Web-{E2CEA4B2-EEE1-035C-1087-DFA556D2232A}" dt="2026-04-26T17:30:18.623" v="806"/>
          <ac:spMkLst>
            <pc:docMk/>
            <pc:sldMk cId="0" sldId="263"/>
            <ac:spMk id="2" creationId="{18135C8D-0E9D-8CA6-53DB-D41E65ED3179}"/>
          </ac:spMkLst>
        </pc:spChg>
        <pc:spChg chg="add del">
          <ac:chgData name="SERGIU-TUDOR CIOBANU" userId="S::sergiu.ciobanu@stud.ubbcluj.ro::8f30d80a-4265-4be6-bfad-e739aa336583" providerId="AD" clId="Web-{E2CEA4B2-EEE1-035C-1087-DFA556D2232A}" dt="2026-04-26T17:30:43.188" v="808"/>
          <ac:spMkLst>
            <pc:docMk/>
            <pc:sldMk cId="0" sldId="263"/>
            <ac:spMk id="3" creationId="{8FE8C651-4AAF-DB63-3DBD-DD3474146E58}"/>
          </ac:spMkLst>
        </pc:spChg>
        <pc:spChg chg="add mod">
          <ac:chgData name="SERGIU-TUDOR CIOBANU" userId="S::sergiu.ciobanu@stud.ubbcluj.ro::8f30d80a-4265-4be6-bfad-e739aa336583" providerId="AD" clId="Web-{E2CEA4B2-EEE1-035C-1087-DFA556D2232A}" dt="2026-04-26T17:31:29.472" v="861" actId="20577"/>
          <ac:spMkLst>
            <pc:docMk/>
            <pc:sldMk cId="0" sldId="263"/>
            <ac:spMk id="4" creationId="{FB738716-68F4-BAA2-3940-6DBF9D4A552A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7T06:27:43.580" v="1514" actId="20577"/>
          <ac:spMkLst>
            <pc:docMk/>
            <pc:sldMk cId="0" sldId="263"/>
            <ac:spMk id="5" creationId="{82B2B491-B06C-B492-A8E9-A5FEC5E9DD7F}"/>
          </ac:spMkLst>
        </pc:spChg>
        <pc:spChg chg="add">
          <ac:chgData name="SERGIU-TUDOR CIOBANU" userId="S::sergiu.ciobanu@stud.ubbcluj.ro::8f30d80a-4265-4be6-bfad-e739aa336583" providerId="AD" clId="Web-{E2CEA4B2-EEE1-035C-1087-DFA556D2232A}" dt="2026-04-27T06:50:24.149" v="1705"/>
          <ac:spMkLst>
            <pc:docMk/>
            <pc:sldMk cId="0" sldId="263"/>
            <ac:spMk id="6" creationId="{38F0051A-2243-FF02-7DA0-F2EA1215467A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17:30:17.905" v="805" actId="20577"/>
          <ac:spMkLst>
            <pc:docMk/>
            <pc:sldMk cId="0" sldId="263"/>
            <ac:spMk id="325" creationId="{00000000-0000-0000-0000-000000000000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17:53:08.314" v="1174" actId="20577"/>
          <ac:spMkLst>
            <pc:docMk/>
            <pc:sldMk cId="0" sldId="263"/>
            <ac:spMk id="327" creationId="{00000000-0000-0000-0000-000000000000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17:45:58.681" v="1169" actId="14100"/>
          <ac:spMkLst>
            <pc:docMk/>
            <pc:sldMk cId="0" sldId="263"/>
            <ac:spMk id="328" creationId="{00000000-0000-0000-0000-000000000000}"/>
          </ac:spMkLst>
        </pc:spChg>
        <pc:grpChg chg="mod">
          <ac:chgData name="SERGIU-TUDOR CIOBANU" userId="S::sergiu.ciobanu@stud.ubbcluj.ro::8f30d80a-4265-4be6-bfad-e739aa336583" providerId="AD" clId="Web-{E2CEA4B2-EEE1-035C-1087-DFA556D2232A}" dt="2026-04-26T17:30:52.298" v="810" actId="1076"/>
          <ac:grpSpMkLst>
            <pc:docMk/>
            <pc:sldMk cId="0" sldId="263"/>
            <ac:grpSpMk id="324" creationId="{00000000-0000-0000-0000-000000000000}"/>
          </ac:grpSpMkLst>
        </pc:grpChg>
        <pc:cxnChg chg="mod">
          <ac:chgData name="SERGIU-TUDOR CIOBANU" userId="S::sergiu.ciobanu@stud.ubbcluj.ro::8f30d80a-4265-4be6-bfad-e739aa336583" providerId="AD" clId="Web-{E2CEA4B2-EEE1-035C-1087-DFA556D2232A}" dt="2026-04-26T17:46:02.244" v="1170" actId="1076"/>
          <ac:cxnSpMkLst>
            <pc:docMk/>
            <pc:sldMk cId="0" sldId="263"/>
            <ac:cxnSpMk id="349" creationId="{00000000-0000-0000-0000-000000000000}"/>
          </ac:cxnSpMkLst>
        </pc:cxnChg>
      </pc:sldChg>
      <pc:sldChg chg="addSp delSp modSp ord addAnim">
        <pc:chgData name="SERGIU-TUDOR CIOBANU" userId="S::sergiu.ciobanu@stud.ubbcluj.ro::8f30d80a-4265-4be6-bfad-e739aa336583" providerId="AD" clId="Web-{E2CEA4B2-EEE1-035C-1087-DFA556D2232A}" dt="2026-04-27T06:52:17.496" v="1707"/>
        <pc:sldMkLst>
          <pc:docMk/>
          <pc:sldMk cId="0" sldId="264"/>
        </pc:sldMkLst>
        <pc:spChg chg="add mod">
          <ac:chgData name="SERGIU-TUDOR CIOBANU" userId="S::sergiu.ciobanu@stud.ubbcluj.ro::8f30d80a-4265-4be6-bfad-e739aa336583" providerId="AD" clId="Web-{E2CEA4B2-EEE1-035C-1087-DFA556D2232A}" dt="2026-04-27T06:50:08.445" v="1704" actId="1076"/>
          <ac:spMkLst>
            <pc:docMk/>
            <pc:sldMk cId="0" sldId="264"/>
            <ac:spMk id="2" creationId="{480A81DA-E132-7DF5-B69A-6E1A70E21AAB}"/>
          </ac:spMkLst>
        </pc:spChg>
        <pc:spChg chg="add mod">
          <ac:chgData name="SERGIU-TUDOR CIOBANU" userId="S::sergiu.ciobanu@stud.ubbcluj.ro::8f30d80a-4265-4be6-bfad-e739aa336583" providerId="AD" clId="Web-{E2CEA4B2-EEE1-035C-1087-DFA556D2232A}" dt="2026-04-26T17:09:27.768" v="523" actId="20577"/>
          <ac:spMkLst>
            <pc:docMk/>
            <pc:sldMk cId="0" sldId="264"/>
            <ac:spMk id="4" creationId="{A1130B25-304E-A5EB-B926-AC59D5A4BDF4}"/>
          </ac:spMkLst>
        </pc:spChg>
        <pc:spChg chg="add del">
          <ac:chgData name="SERGIU-TUDOR CIOBANU" userId="S::sergiu.ciobanu@stud.ubbcluj.ro::8f30d80a-4265-4be6-bfad-e739aa336583" providerId="AD" clId="Web-{E2CEA4B2-EEE1-035C-1087-DFA556D2232A}" dt="2026-04-26T17:16:40.627" v="525"/>
          <ac:spMkLst>
            <pc:docMk/>
            <pc:sldMk cId="0" sldId="264"/>
            <ac:spMk id="5" creationId="{92B1B02E-8B16-27F7-D3F1-93976425162B}"/>
          </ac:spMkLst>
        </pc:spChg>
        <pc:spChg chg="add del">
          <ac:chgData name="SERGIU-TUDOR CIOBANU" userId="S::sergiu.ciobanu@stud.ubbcluj.ro::8f30d80a-4265-4be6-bfad-e739aa336583" providerId="AD" clId="Web-{E2CEA4B2-EEE1-035C-1087-DFA556D2232A}" dt="2026-04-26T17:16:48.065" v="527"/>
          <ac:spMkLst>
            <pc:docMk/>
            <pc:sldMk cId="0" sldId="264"/>
            <ac:spMk id="6" creationId="{4A5833BE-2A43-7327-6528-999B4EF3EE56}"/>
          </ac:spMkLst>
        </pc:spChg>
        <pc:spChg chg="add del">
          <ac:chgData name="SERGIU-TUDOR CIOBANU" userId="S::sergiu.ciobanu@stud.ubbcluj.ro::8f30d80a-4265-4be6-bfad-e739aa336583" providerId="AD" clId="Web-{E2CEA4B2-EEE1-035C-1087-DFA556D2232A}" dt="2026-04-26T17:17:06.519" v="531"/>
          <ac:spMkLst>
            <pc:docMk/>
            <pc:sldMk cId="0" sldId="264"/>
            <ac:spMk id="7" creationId="{71CB5E0F-4B2A-7A6A-AF50-1E785549FFCB}"/>
          </ac:spMkLst>
        </pc:spChg>
        <pc:spChg chg="add del">
          <ac:chgData name="SERGIU-TUDOR CIOBANU" userId="S::sergiu.ciobanu@stud.ubbcluj.ro::8f30d80a-4265-4be6-bfad-e739aa336583" providerId="AD" clId="Web-{E2CEA4B2-EEE1-035C-1087-DFA556D2232A}" dt="2026-04-26T17:17:00.362" v="530"/>
          <ac:spMkLst>
            <pc:docMk/>
            <pc:sldMk cId="0" sldId="264"/>
            <ac:spMk id="8" creationId="{20D1C8D3-201F-A306-9504-7107D90CF678}"/>
          </ac:spMkLst>
        </pc:spChg>
        <pc:spChg chg="add mod">
          <ac:chgData name="SERGIU-TUDOR CIOBANU" userId="S::sergiu.ciobanu@stud.ubbcluj.ro::8f30d80a-4265-4be6-bfad-e739aa336583" providerId="AD" clId="Web-{E2CEA4B2-EEE1-035C-1087-DFA556D2232A}" dt="2026-04-26T17:29:05.898" v="800" actId="1076"/>
          <ac:spMkLst>
            <pc:docMk/>
            <pc:sldMk cId="0" sldId="264"/>
            <ac:spMk id="9" creationId="{D40A1BF2-58AF-F948-0353-14F2F7443EA3}"/>
          </ac:spMkLst>
        </pc:spChg>
        <pc:spChg chg="add del">
          <ac:chgData name="SERGIU-TUDOR CIOBANU" userId="S::sergiu.ciobanu@stud.ubbcluj.ro::8f30d80a-4265-4be6-bfad-e739aa336583" providerId="AD" clId="Web-{E2CEA4B2-EEE1-035C-1087-DFA556D2232A}" dt="2026-04-26T17:19:04.446" v="586"/>
          <ac:spMkLst>
            <pc:docMk/>
            <pc:sldMk cId="0" sldId="264"/>
            <ac:spMk id="10" creationId="{112C8A99-3BF9-6E23-11D7-288F256CB926}"/>
          </ac:spMkLst>
        </pc:spChg>
        <pc:spChg chg="add mod">
          <ac:chgData name="SERGIU-TUDOR CIOBANU" userId="S::sergiu.ciobanu@stud.ubbcluj.ro::8f30d80a-4265-4be6-bfad-e739aa336583" providerId="AD" clId="Web-{E2CEA4B2-EEE1-035C-1087-DFA556D2232A}" dt="2026-04-26T17:19:23.665" v="594" actId="20577"/>
          <ac:spMkLst>
            <pc:docMk/>
            <pc:sldMk cId="0" sldId="264"/>
            <ac:spMk id="11" creationId="{0298031F-D01B-4C1B-62E6-81F295E39739}"/>
          </ac:spMkLst>
        </pc:spChg>
        <pc:spChg chg="add mod">
          <ac:chgData name="SERGIU-TUDOR CIOBANU" userId="S::sergiu.ciobanu@stud.ubbcluj.ro::8f30d80a-4265-4be6-bfad-e739aa336583" providerId="AD" clId="Web-{E2CEA4B2-EEE1-035C-1087-DFA556D2232A}" dt="2026-04-26T17:22:39.953" v="704" actId="20577"/>
          <ac:spMkLst>
            <pc:docMk/>
            <pc:sldMk cId="0" sldId="264"/>
            <ac:spMk id="12" creationId="{CB8C905D-3CA5-9FAD-674F-6BC93022EB53}"/>
          </ac:spMkLst>
        </pc:spChg>
        <pc:spChg chg="add mod">
          <ac:chgData name="SERGIU-TUDOR CIOBANU" userId="S::sergiu.ciobanu@stud.ubbcluj.ro::8f30d80a-4265-4be6-bfad-e739aa336583" providerId="AD" clId="Web-{E2CEA4B2-EEE1-035C-1087-DFA556D2232A}" dt="2026-04-26T17:21:05.467" v="627" actId="1076"/>
          <ac:spMkLst>
            <pc:docMk/>
            <pc:sldMk cId="0" sldId="264"/>
            <ac:spMk id="13" creationId="{704063D6-BEE6-10B0-9AA6-C420972B3B66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17:00:21.307" v="277" actId="1076"/>
          <ac:spMkLst>
            <pc:docMk/>
            <pc:sldMk cId="0" sldId="264"/>
            <ac:spMk id="364" creationId="{00000000-0000-0000-0000-000000000000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17:08:01.142" v="461" actId="20577"/>
          <ac:spMkLst>
            <pc:docMk/>
            <pc:sldMk cId="0" sldId="264"/>
            <ac:spMk id="365" creationId="{00000000-0000-0000-0000-000000000000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16:58:55.682" v="250" actId="1076"/>
          <ac:spMkLst>
            <pc:docMk/>
            <pc:sldMk cId="0" sldId="264"/>
            <ac:spMk id="388" creationId="{00000000-0000-0000-0000-000000000000}"/>
          </ac:spMkLst>
        </pc:spChg>
        <pc:grpChg chg="mod">
          <ac:chgData name="SERGIU-TUDOR CIOBANU" userId="S::sergiu.ciobanu@stud.ubbcluj.ro::8f30d80a-4265-4be6-bfad-e739aa336583" providerId="AD" clId="Web-{E2CEA4B2-EEE1-035C-1087-DFA556D2232A}" dt="2026-04-26T17:00:31.448" v="279" actId="1076"/>
          <ac:grpSpMkLst>
            <pc:docMk/>
            <pc:sldMk cId="0" sldId="264"/>
            <ac:grpSpMk id="366" creationId="{00000000-0000-0000-0000-000000000000}"/>
          </ac:grpSpMkLst>
        </pc:grpChg>
        <pc:grpChg chg="mod">
          <ac:chgData name="SERGIU-TUDOR CIOBANU" userId="S::sergiu.ciobanu@stud.ubbcluj.ro::8f30d80a-4265-4be6-bfad-e739aa336583" providerId="AD" clId="Web-{E2CEA4B2-EEE1-035C-1087-DFA556D2232A}" dt="2026-04-26T16:59:59.385" v="276" actId="1076"/>
          <ac:grpSpMkLst>
            <pc:docMk/>
            <pc:sldMk cId="0" sldId="264"/>
            <ac:grpSpMk id="386" creationId="{00000000-0000-0000-0000-000000000000}"/>
          </ac:grpSpMkLst>
        </pc:grpChg>
        <pc:grpChg chg="mod">
          <ac:chgData name="SERGIU-TUDOR CIOBANU" userId="S::sergiu.ciobanu@stud.ubbcluj.ro::8f30d80a-4265-4be6-bfad-e739aa336583" providerId="AD" clId="Web-{E2CEA4B2-EEE1-035C-1087-DFA556D2232A}" dt="2026-04-26T16:59:47.432" v="272" actId="1076"/>
          <ac:grpSpMkLst>
            <pc:docMk/>
            <pc:sldMk cId="0" sldId="264"/>
            <ac:grpSpMk id="396" creationId="{00000000-0000-0000-0000-000000000000}"/>
          </ac:grpSpMkLst>
        </pc:grpChg>
        <pc:grpChg chg="mod">
          <ac:chgData name="SERGIU-TUDOR CIOBANU" userId="S::sergiu.ciobanu@stud.ubbcluj.ro::8f30d80a-4265-4be6-bfad-e739aa336583" providerId="AD" clId="Web-{E2CEA4B2-EEE1-035C-1087-DFA556D2232A}" dt="2026-04-26T16:59:47.448" v="273" actId="1076"/>
          <ac:grpSpMkLst>
            <pc:docMk/>
            <pc:sldMk cId="0" sldId="264"/>
            <ac:grpSpMk id="399" creationId="{00000000-0000-0000-0000-000000000000}"/>
          </ac:grpSpMkLst>
        </pc:grpChg>
        <pc:grpChg chg="mod">
          <ac:chgData name="SERGIU-TUDOR CIOBANU" userId="S::sergiu.ciobanu@stud.ubbcluj.ro::8f30d80a-4265-4be6-bfad-e739aa336583" providerId="AD" clId="Web-{E2CEA4B2-EEE1-035C-1087-DFA556D2232A}" dt="2026-04-26T16:59:47.448" v="274" actId="1076"/>
          <ac:grpSpMkLst>
            <pc:docMk/>
            <pc:sldMk cId="0" sldId="264"/>
            <ac:grpSpMk id="402" creationId="{00000000-0000-0000-0000-000000000000}"/>
          </ac:grpSpMkLst>
        </pc:grpChg>
        <pc:picChg chg="add mod">
          <ac:chgData name="SERGIU-TUDOR CIOBANU" userId="S::sergiu.ciobanu@stud.ubbcluj.ro::8f30d80a-4265-4be6-bfad-e739aa336583" providerId="AD" clId="Web-{E2CEA4B2-EEE1-035C-1087-DFA556D2232A}" dt="2026-04-26T17:00:28.307" v="278" actId="1076"/>
          <ac:picMkLst>
            <pc:docMk/>
            <pc:sldMk cId="0" sldId="264"/>
            <ac:picMk id="3" creationId="{B7CD7083-3834-8EFB-FA7C-936184F4A95D}"/>
          </ac:picMkLst>
        </pc:picChg>
        <pc:picChg chg="del">
          <ac:chgData name="SERGIU-TUDOR CIOBANU" userId="S::sergiu.ciobanu@stud.ubbcluj.ro::8f30d80a-4265-4be6-bfad-e739aa336583" providerId="AD" clId="Web-{E2CEA4B2-EEE1-035C-1087-DFA556D2232A}" dt="2026-04-26T16:58:30.400" v="244"/>
          <ac:picMkLst>
            <pc:docMk/>
            <pc:sldMk cId="0" sldId="264"/>
            <ac:picMk id="363" creationId="{00000000-0000-0000-0000-000000000000}"/>
          </ac:picMkLst>
        </pc:picChg>
      </pc:sldChg>
      <pc:sldChg chg="addSp delSp modSp addAnim delAnim">
        <pc:chgData name="SERGIU-TUDOR CIOBANU" userId="S::sergiu.ciobanu@stud.ubbcluj.ro::8f30d80a-4265-4be6-bfad-e739aa336583" providerId="AD" clId="Web-{E2CEA4B2-EEE1-035C-1087-DFA556D2232A}" dt="2026-04-27T06:35:58.168" v="1664" actId="20577"/>
        <pc:sldMkLst>
          <pc:docMk/>
          <pc:sldMk cId="0" sldId="265"/>
        </pc:sldMkLst>
        <pc:spChg chg="add del mod">
          <ac:chgData name="SERGIU-TUDOR CIOBANU" userId="S::sergiu.ciobanu@stud.ubbcluj.ro::8f30d80a-4265-4be6-bfad-e739aa336583" providerId="AD" clId="Web-{E2CEA4B2-EEE1-035C-1087-DFA556D2232A}" dt="2026-04-27T06:35:58.168" v="1664" actId="20577"/>
          <ac:spMkLst>
            <pc:docMk/>
            <pc:sldMk cId="0" sldId="265"/>
            <ac:spMk id="413" creationId="{00000000-0000-0000-0000-000000000000}"/>
          </ac:spMkLst>
        </pc:spChg>
        <pc:picChg chg="add mod">
          <ac:chgData name="SERGIU-TUDOR CIOBANU" userId="S::sergiu.ciobanu@stud.ubbcluj.ro::8f30d80a-4265-4be6-bfad-e739aa336583" providerId="AD" clId="Web-{E2CEA4B2-EEE1-035C-1087-DFA556D2232A}" dt="2026-04-27T06:28:16.345" v="1516" actId="14100"/>
          <ac:picMkLst>
            <pc:docMk/>
            <pc:sldMk cId="0" sldId="265"/>
            <ac:picMk id="2" creationId="{A6E84650-6F18-46B7-9701-957CB1BB16F7}"/>
          </ac:picMkLst>
        </pc:picChg>
      </pc:sldChg>
      <pc:sldChg chg="del ord">
        <pc:chgData name="SERGIU-TUDOR CIOBANU" userId="S::sergiu.ciobanu@stud.ubbcluj.ro::8f30d80a-4265-4be6-bfad-e739aa336583" providerId="AD" clId="Web-{E2CEA4B2-EEE1-035C-1087-DFA556D2232A}" dt="2026-04-26T20:07:30.875" v="1179"/>
        <pc:sldMkLst>
          <pc:docMk/>
          <pc:sldMk cId="0" sldId="266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79" v="1506"/>
        <pc:sldMkLst>
          <pc:docMk/>
          <pc:sldMk cId="0" sldId="267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64" v="1505"/>
        <pc:sldMkLst>
          <pc:docMk/>
          <pc:sldMk cId="0" sldId="268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64" v="1504"/>
        <pc:sldMkLst>
          <pc:docMk/>
          <pc:sldMk cId="0" sldId="269"/>
        </pc:sldMkLst>
      </pc:sldChg>
      <pc:sldChg chg="modSp">
        <pc:chgData name="SERGIU-TUDOR CIOBANU" userId="S::sergiu.ciobanu@stud.ubbcluj.ro::8f30d80a-4265-4be6-bfad-e739aa336583" providerId="AD" clId="Web-{E2CEA4B2-EEE1-035C-1087-DFA556D2232A}" dt="2026-04-27T06:37:30.843" v="1668" actId="1076"/>
        <pc:sldMkLst>
          <pc:docMk/>
          <pc:sldMk cId="0" sldId="270"/>
        </pc:sldMkLst>
        <pc:spChg chg="mod">
          <ac:chgData name="SERGIU-TUDOR CIOBANU" userId="S::sergiu.ciobanu@stud.ubbcluj.ro::8f30d80a-4265-4be6-bfad-e739aa336583" providerId="AD" clId="Web-{E2CEA4B2-EEE1-035C-1087-DFA556D2232A}" dt="2026-04-27T06:37:20.576" v="1666" actId="1076"/>
          <ac:spMkLst>
            <pc:docMk/>
            <pc:sldMk cId="0" sldId="270"/>
            <ac:spMk id="600" creationId="{00000000-0000-0000-0000-000000000000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7T06:37:26.436" v="1667" actId="1076"/>
          <ac:spMkLst>
            <pc:docMk/>
            <pc:sldMk cId="0" sldId="270"/>
            <ac:spMk id="604" creationId="{00000000-0000-0000-0000-000000000000}"/>
          </ac:spMkLst>
        </pc:spChg>
        <pc:picChg chg="mod">
          <ac:chgData name="SERGIU-TUDOR CIOBANU" userId="S::sergiu.ciobanu@stud.ubbcluj.ro::8f30d80a-4265-4be6-bfad-e739aa336583" providerId="AD" clId="Web-{E2CEA4B2-EEE1-035C-1087-DFA556D2232A}" dt="2026-04-27T06:37:30.843" v="1668" actId="1076"/>
          <ac:picMkLst>
            <pc:docMk/>
            <pc:sldMk cId="0" sldId="270"/>
            <ac:picMk id="2" creationId="{A9817E3A-0B61-1583-CA12-BE4D8C64B52C}"/>
          </ac:picMkLst>
        </pc:picChg>
      </pc:sldChg>
      <pc:sldChg chg="del">
        <pc:chgData name="SERGIU-TUDOR CIOBANU" userId="S::sergiu.ciobanu@stud.ubbcluj.ro::8f30d80a-4265-4be6-bfad-e739aa336583" providerId="AD" clId="Web-{E2CEA4B2-EEE1-035C-1087-DFA556D2232A}" dt="2026-04-26T20:25:54.964" v="1503"/>
        <pc:sldMkLst>
          <pc:docMk/>
          <pc:sldMk cId="0" sldId="271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64" v="1502"/>
        <pc:sldMkLst>
          <pc:docMk/>
          <pc:sldMk cId="0" sldId="272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64" v="1501"/>
        <pc:sldMkLst>
          <pc:docMk/>
          <pc:sldMk cId="0" sldId="273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64" v="1500"/>
        <pc:sldMkLst>
          <pc:docMk/>
          <pc:sldMk cId="0" sldId="274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48" v="1499"/>
        <pc:sldMkLst>
          <pc:docMk/>
          <pc:sldMk cId="0" sldId="275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48" v="1498"/>
        <pc:sldMkLst>
          <pc:docMk/>
          <pc:sldMk cId="0" sldId="276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48" v="1497"/>
        <pc:sldMkLst>
          <pc:docMk/>
          <pc:sldMk cId="0" sldId="277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48" v="1496"/>
        <pc:sldMkLst>
          <pc:docMk/>
          <pc:sldMk cId="0" sldId="278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48" v="1495"/>
        <pc:sldMkLst>
          <pc:docMk/>
          <pc:sldMk cId="0" sldId="279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48" v="1494"/>
        <pc:sldMkLst>
          <pc:docMk/>
          <pc:sldMk cId="0" sldId="280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48" v="1493"/>
        <pc:sldMkLst>
          <pc:docMk/>
          <pc:sldMk cId="0" sldId="281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48" v="1492"/>
        <pc:sldMkLst>
          <pc:docMk/>
          <pc:sldMk cId="0" sldId="282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32" v="1491"/>
        <pc:sldMkLst>
          <pc:docMk/>
          <pc:sldMk cId="0" sldId="283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32" v="1490"/>
        <pc:sldMkLst>
          <pc:docMk/>
          <pc:sldMk cId="0" sldId="284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32" v="1489"/>
        <pc:sldMkLst>
          <pc:docMk/>
          <pc:sldMk cId="0" sldId="285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32" v="1488"/>
        <pc:sldMkLst>
          <pc:docMk/>
          <pc:sldMk cId="0" sldId="286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32" v="1487"/>
        <pc:sldMkLst>
          <pc:docMk/>
          <pc:sldMk cId="0" sldId="287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4.917" v="1486"/>
        <pc:sldMkLst>
          <pc:docMk/>
          <pc:sldMk cId="0" sldId="288"/>
        </pc:sldMkLst>
      </pc:sldChg>
      <pc:sldChg chg="ord">
        <pc:chgData name="SERGIU-TUDOR CIOBANU" userId="S::sergiu.ciobanu@stud.ubbcluj.ro::8f30d80a-4265-4be6-bfad-e739aa336583" providerId="AD" clId="Web-{E2CEA4B2-EEE1-035C-1087-DFA556D2232A}" dt="2026-04-26T17:35:54.607" v="977"/>
        <pc:sldMkLst>
          <pc:docMk/>
          <pc:sldMk cId="2142395865" sldId="289"/>
        </pc:sldMkLst>
      </pc:sldChg>
      <pc:sldChg chg="del">
        <pc:chgData name="SERGIU-TUDOR CIOBANU" userId="S::sergiu.ciobanu@stud.ubbcluj.ro::8f30d80a-4265-4be6-bfad-e739aa336583" providerId="AD" clId="Web-{E2CEA4B2-EEE1-035C-1087-DFA556D2232A}" dt="2026-04-26T20:25:58.167" v="1511"/>
        <pc:sldMkLst>
          <pc:docMk/>
          <pc:sldMk cId="7418271" sldId="290"/>
        </pc:sldMkLst>
      </pc:sldChg>
      <pc:sldChg chg="modSp">
        <pc:chgData name="SERGIU-TUDOR CIOBANU" userId="S::sergiu.ciobanu@stud.ubbcluj.ro::8f30d80a-4265-4be6-bfad-e739aa336583" providerId="AD" clId="Web-{E2CEA4B2-EEE1-035C-1087-DFA556D2232A}" dt="2026-04-26T17:28:54.976" v="799" actId="20577"/>
        <pc:sldMkLst>
          <pc:docMk/>
          <pc:sldMk cId="66053083" sldId="293"/>
        </pc:sldMkLst>
        <pc:spChg chg="mod">
          <ac:chgData name="SERGIU-TUDOR CIOBANU" userId="S::sergiu.ciobanu@stud.ubbcluj.ro::8f30d80a-4265-4be6-bfad-e739aa336583" providerId="AD" clId="Web-{E2CEA4B2-EEE1-035C-1087-DFA556D2232A}" dt="2026-04-26T17:28:54.976" v="799" actId="20577"/>
          <ac:spMkLst>
            <pc:docMk/>
            <pc:sldMk cId="66053083" sldId="293"/>
            <ac:spMk id="1032" creationId="{DD5F5138-EE00-DA43-0CDA-14FB2785FE58}"/>
          </ac:spMkLst>
        </pc:spChg>
      </pc:sldChg>
      <pc:sldChg chg="addSp delSp modSp add replId">
        <pc:chgData name="SERGIU-TUDOR CIOBANU" userId="S::sergiu.ciobanu@stud.ubbcluj.ro::8f30d80a-4265-4be6-bfad-e739aa336583" providerId="AD" clId="Web-{E2CEA4B2-EEE1-035C-1087-DFA556D2232A}" dt="2026-04-26T20:25:29.509" v="1485" actId="20577"/>
        <pc:sldMkLst>
          <pc:docMk/>
          <pc:sldMk cId="479001167" sldId="294"/>
        </pc:sldMkLst>
        <pc:spChg chg="del">
          <ac:chgData name="SERGIU-TUDOR CIOBANU" userId="S::sergiu.ciobanu@stud.ubbcluj.ro::8f30d80a-4265-4be6-bfad-e739aa336583" providerId="AD" clId="Web-{E2CEA4B2-EEE1-035C-1087-DFA556D2232A}" dt="2026-04-26T20:18:25.090" v="1306"/>
          <ac:spMkLst>
            <pc:docMk/>
            <pc:sldMk cId="479001167" sldId="294"/>
            <ac:spMk id="3" creationId="{803703F4-D49F-EB92-1795-809D960047F8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20:25:29.509" v="1485" actId="20577"/>
          <ac:spMkLst>
            <pc:docMk/>
            <pc:sldMk cId="479001167" sldId="294"/>
            <ac:spMk id="5" creationId="{D173E4D2-266B-905E-C606-5BA88AADB708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20:16:39.183" v="1304" actId="20577"/>
          <ac:spMkLst>
            <pc:docMk/>
            <pc:sldMk cId="479001167" sldId="294"/>
            <ac:spMk id="327" creationId="{8F55684F-F2D5-CC7A-78B6-3A50B9445ECC}"/>
          </ac:spMkLst>
        </pc:spChg>
        <pc:spChg chg="mod">
          <ac:chgData name="SERGIU-TUDOR CIOBANU" userId="S::sergiu.ciobanu@stud.ubbcluj.ro::8f30d80a-4265-4be6-bfad-e739aa336583" providerId="AD" clId="Web-{E2CEA4B2-EEE1-035C-1087-DFA556D2232A}" dt="2026-04-26T20:08:06.033" v="1187" actId="20577"/>
          <ac:spMkLst>
            <pc:docMk/>
            <pc:sldMk cId="479001167" sldId="294"/>
            <ac:spMk id="328" creationId="{E6A79E43-C8D5-8566-683D-885A289F2330}"/>
          </ac:spMkLst>
        </pc:spChg>
        <pc:picChg chg="add mod">
          <ac:chgData name="SERGIU-TUDOR CIOBANU" userId="S::sergiu.ciobanu@stud.ubbcluj.ro::8f30d80a-4265-4be6-bfad-e739aa336583" providerId="AD" clId="Web-{E2CEA4B2-EEE1-035C-1087-DFA556D2232A}" dt="2026-04-26T20:18:51.325" v="1313" actId="1076"/>
          <ac:picMkLst>
            <pc:docMk/>
            <pc:sldMk cId="479001167" sldId="294"/>
            <ac:picMk id="4" creationId="{34C0A6DC-E602-B955-A8B6-81B5556A9798}"/>
          </ac:picMkLst>
        </pc:picChg>
        <pc:cxnChg chg="mod">
          <ac:chgData name="SERGIU-TUDOR CIOBANU" userId="S::sergiu.ciobanu@stud.ubbcluj.ro::8f30d80a-4265-4be6-bfad-e739aa336583" providerId="AD" clId="Web-{E2CEA4B2-EEE1-035C-1087-DFA556D2232A}" dt="2026-04-26T20:15:17.884" v="1291" actId="1076"/>
          <ac:cxnSpMkLst>
            <pc:docMk/>
            <pc:sldMk cId="479001167" sldId="294"/>
            <ac:cxnSpMk id="349" creationId="{0335E545-4BE7-4A1B-4FF0-288D37EBFAF0}"/>
          </ac:cxnSpMkLst>
        </pc:cxnChg>
      </pc:sldChg>
    </pc:docChg>
  </pc:docChgLst>
  <pc:docChgLst>
    <pc:chgData name="SERGIU-TUDOR CIOBANU" userId="S::sergiu.ciobanu@stud.ubbcluj.ro::8f30d80a-4265-4be6-bfad-e739aa336583" providerId="AD" clId="Web-{132A428B-0188-5ECA-E9A0-2F344F638566}"/>
    <pc:docChg chg="delSld modSld sldOrd">
      <pc:chgData name="SERGIU-TUDOR CIOBANU" userId="S::sergiu.ciobanu@stud.ubbcluj.ro::8f30d80a-4265-4be6-bfad-e739aa336583" providerId="AD" clId="Web-{132A428B-0188-5ECA-E9A0-2F344F638566}" dt="2026-04-26T18:33:43.934" v="266" actId="14100"/>
      <pc:docMkLst>
        <pc:docMk/>
      </pc:docMkLst>
      <pc:sldChg chg="addSp delSp modSp">
        <pc:chgData name="SERGIU-TUDOR CIOBANU" userId="S::sergiu.ciobanu@stud.ubbcluj.ro::8f30d80a-4265-4be6-bfad-e739aa336583" providerId="AD" clId="Web-{132A428B-0188-5ECA-E9A0-2F344F638566}" dt="2026-04-26T18:30:39.422" v="248" actId="1076"/>
        <pc:sldMkLst>
          <pc:docMk/>
          <pc:sldMk cId="0" sldId="263"/>
        </pc:sldMkLst>
        <pc:spChg chg="add mod">
          <ac:chgData name="SERGIU-TUDOR CIOBANU" userId="S::sergiu.ciobanu@stud.ubbcluj.ro::8f30d80a-4265-4be6-bfad-e739aa336583" providerId="AD" clId="Web-{132A428B-0188-5ECA-E9A0-2F344F638566}" dt="2026-04-26T18:30:39.422" v="248" actId="1076"/>
          <ac:spMkLst>
            <pc:docMk/>
            <pc:sldMk cId="0" sldId="263"/>
            <ac:spMk id="3" creationId="{FEE73A95-AA16-EB6A-2619-F86030CD41E5}"/>
          </ac:spMkLst>
        </pc:spChg>
        <pc:spChg chg="del">
          <ac:chgData name="SERGIU-TUDOR CIOBANU" userId="S::sergiu.ciobanu@stud.ubbcluj.ro::8f30d80a-4265-4be6-bfad-e739aa336583" providerId="AD" clId="Web-{132A428B-0188-5ECA-E9A0-2F344F638566}" dt="2026-04-26T18:12:47.113" v="2"/>
          <ac:spMkLst>
            <pc:docMk/>
            <pc:sldMk cId="0" sldId="263"/>
            <ac:spMk id="4" creationId="{FB738716-68F4-BAA2-3940-6DBF9D4A552A}"/>
          </ac:spMkLst>
        </pc:spChg>
        <pc:spChg chg="add mod">
          <ac:chgData name="SERGIU-TUDOR CIOBANU" userId="S::sergiu.ciobanu@stud.ubbcluj.ro::8f30d80a-4265-4be6-bfad-e739aa336583" providerId="AD" clId="Web-{132A428B-0188-5ECA-E9A0-2F344F638566}" dt="2026-04-26T18:30:37.032" v="247" actId="1076"/>
          <ac:spMkLst>
            <pc:docMk/>
            <pc:sldMk cId="0" sldId="263"/>
            <ac:spMk id="5" creationId="{82B2B491-B06C-B492-A8E9-A5FEC5E9DD7F}"/>
          </ac:spMkLst>
        </pc:spChg>
      </pc:sldChg>
      <pc:sldChg chg="modSp ord">
        <pc:chgData name="SERGIU-TUDOR CIOBANU" userId="S::sergiu.ciobanu@stud.ubbcluj.ro::8f30d80a-4265-4be6-bfad-e739aa336583" providerId="AD" clId="Web-{132A428B-0188-5ECA-E9A0-2F344F638566}" dt="2026-04-26T18:33:43.934" v="266" actId="14100"/>
        <pc:sldMkLst>
          <pc:docMk/>
          <pc:sldMk cId="0" sldId="265"/>
        </pc:sldMkLst>
        <pc:spChg chg="mod">
          <ac:chgData name="SERGIU-TUDOR CIOBANU" userId="S::sergiu.ciobanu@stud.ubbcluj.ro::8f30d80a-4265-4be6-bfad-e739aa336583" providerId="AD" clId="Web-{132A428B-0188-5ECA-E9A0-2F344F638566}" dt="2026-04-26T18:33:43.934" v="266" actId="14100"/>
          <ac:spMkLst>
            <pc:docMk/>
            <pc:sldMk cId="0" sldId="265"/>
            <ac:spMk id="412" creationId="{00000000-0000-0000-0000-000000000000}"/>
          </ac:spMkLst>
        </pc:spChg>
      </pc:sldChg>
      <pc:sldChg chg="del">
        <pc:chgData name="SERGIU-TUDOR CIOBANU" userId="S::sergiu.ciobanu@stud.ubbcluj.ro::8f30d80a-4265-4be6-bfad-e739aa336583" providerId="AD" clId="Web-{132A428B-0188-5ECA-E9A0-2F344F638566}" dt="2026-04-26T18:30:52.579" v="249"/>
        <pc:sldMkLst>
          <pc:docMk/>
          <pc:sldMk cId="2142395865" sldId="289"/>
        </pc:sldMkLst>
      </pc:sldChg>
    </pc:docChg>
  </pc:docChgLst>
  <pc:docChgLst>
    <pc:chgData name="PATRICIA MOGA" userId="S::patricia.moga@stud.ubbcluj.ro::2cb346a7-2af3-422e-b896-593efe448395" providerId="AD" clId="Web-{1205BA7E-7F25-C5B9-4054-27F549E31223}"/>
    <pc:docChg chg="addSld modSld sldOrd">
      <pc:chgData name="PATRICIA MOGA" userId="S::patricia.moga@stud.ubbcluj.ro::2cb346a7-2af3-422e-b896-593efe448395" providerId="AD" clId="Web-{1205BA7E-7F25-C5B9-4054-27F549E31223}" dt="2026-04-26T17:04:34.463" v="330" actId="14100"/>
      <pc:docMkLst>
        <pc:docMk/>
      </pc:docMkLst>
      <pc:sldChg chg="modSp">
        <pc:chgData name="PATRICIA MOGA" userId="S::patricia.moga@stud.ubbcluj.ro::2cb346a7-2af3-422e-b896-593efe448395" providerId="AD" clId="Web-{1205BA7E-7F25-C5B9-4054-27F549E31223}" dt="2026-04-26T14:42:00.346" v="61" actId="20577"/>
        <pc:sldMkLst>
          <pc:docMk/>
          <pc:sldMk cId="0" sldId="256"/>
        </pc:sldMkLst>
        <pc:spChg chg="mod">
          <ac:chgData name="PATRICIA MOGA" userId="S::patricia.moga@stud.ubbcluj.ro::2cb346a7-2af3-422e-b896-593efe448395" providerId="AD" clId="Web-{1205BA7E-7F25-C5B9-4054-27F549E31223}" dt="2026-04-26T14:42:00.346" v="61" actId="20577"/>
          <ac:spMkLst>
            <pc:docMk/>
            <pc:sldMk cId="0" sldId="256"/>
            <ac:spMk id="90" creationId="{00000000-0000-0000-0000-000000000000}"/>
          </ac:spMkLst>
        </pc:spChg>
      </pc:sldChg>
      <pc:sldChg chg="addSp delSp modSp delAnim">
        <pc:chgData name="PATRICIA MOGA" userId="S::patricia.moga@stud.ubbcluj.ro::2cb346a7-2af3-422e-b896-593efe448395" providerId="AD" clId="Web-{1205BA7E-7F25-C5B9-4054-27F549E31223}" dt="2026-04-26T14:45:21.983" v="119" actId="1076"/>
        <pc:sldMkLst>
          <pc:docMk/>
          <pc:sldMk cId="0" sldId="257"/>
        </pc:sldMkLst>
        <pc:spChg chg="del">
          <ac:chgData name="PATRICIA MOGA" userId="S::patricia.moga@stud.ubbcluj.ro::2cb346a7-2af3-422e-b896-593efe448395" providerId="AD" clId="Web-{1205BA7E-7F25-C5B9-4054-27F549E31223}" dt="2026-04-26T14:43:04.331" v="70"/>
          <ac:spMkLst>
            <pc:docMk/>
            <pc:sldMk cId="0" sldId="257"/>
            <ac:spMk id="120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4:43:04.331" v="69"/>
          <ac:spMkLst>
            <pc:docMk/>
            <pc:sldMk cId="0" sldId="257"/>
            <ac:spMk id="121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4:43:04.331" v="68"/>
          <ac:spMkLst>
            <pc:docMk/>
            <pc:sldMk cId="0" sldId="257"/>
            <ac:spMk id="122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4:43:04.331" v="67"/>
          <ac:spMkLst>
            <pc:docMk/>
            <pc:sldMk cId="0" sldId="257"/>
            <ac:spMk id="123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4:43:06.425" v="71"/>
          <ac:spMkLst>
            <pc:docMk/>
            <pc:sldMk cId="0" sldId="257"/>
            <ac:spMk id="124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4:43:04.315" v="66"/>
          <ac:spMkLst>
            <pc:docMk/>
            <pc:sldMk cId="0" sldId="257"/>
            <ac:spMk id="125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4:43:04.315" v="65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PATRICIA MOGA" userId="S::patricia.moga@stud.ubbcluj.ro::2cb346a7-2af3-422e-b896-593efe448395" providerId="AD" clId="Web-{1205BA7E-7F25-C5B9-4054-27F549E31223}" dt="2026-04-26T14:45:17.655" v="118" actId="1076"/>
          <ac:spMkLst>
            <pc:docMk/>
            <pc:sldMk cId="0" sldId="257"/>
            <ac:spMk id="127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4:43:04.315" v="64"/>
          <ac:spMkLst>
            <pc:docMk/>
            <pc:sldMk cId="0" sldId="257"/>
            <ac:spMk id="128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4:43:04.315" v="63"/>
          <ac:spMkLst>
            <pc:docMk/>
            <pc:sldMk cId="0" sldId="257"/>
            <ac:spMk id="129" creationId="{00000000-0000-0000-0000-000000000000}"/>
          </ac:spMkLst>
        </pc:spChg>
        <pc:grpChg chg="del">
          <ac:chgData name="PATRICIA MOGA" userId="S::patricia.moga@stud.ubbcluj.ro::2cb346a7-2af3-422e-b896-593efe448395" providerId="AD" clId="Web-{1205BA7E-7F25-C5B9-4054-27F549E31223}" dt="2026-04-26T14:43:04.315" v="62"/>
          <ac:grpSpMkLst>
            <pc:docMk/>
            <pc:sldMk cId="0" sldId="257"/>
            <ac:grpSpMk id="139" creationId="{00000000-0000-0000-0000-000000000000}"/>
          </ac:grpSpMkLst>
        </pc:grpChg>
        <pc:picChg chg="add mod">
          <ac:chgData name="PATRICIA MOGA" userId="S::patricia.moga@stud.ubbcluj.ro::2cb346a7-2af3-422e-b896-593efe448395" providerId="AD" clId="Web-{1205BA7E-7F25-C5B9-4054-27F549E31223}" dt="2026-04-26T14:45:21.983" v="119" actId="1076"/>
          <ac:picMkLst>
            <pc:docMk/>
            <pc:sldMk cId="0" sldId="257"/>
            <ac:picMk id="2" creationId="{72453047-7007-2103-0DF3-953555886000}"/>
          </ac:picMkLst>
        </pc:picChg>
      </pc:sldChg>
      <pc:sldChg chg="addSp delSp modSp ord">
        <pc:chgData name="PATRICIA MOGA" userId="S::patricia.moga@stud.ubbcluj.ro::2cb346a7-2af3-422e-b896-593efe448395" providerId="AD" clId="Web-{1205BA7E-7F25-C5B9-4054-27F549E31223}" dt="2026-04-26T16:49:32.738" v="259" actId="20577"/>
        <pc:sldMkLst>
          <pc:docMk/>
          <pc:sldMk cId="0" sldId="262"/>
        </pc:sldMkLst>
        <pc:spChg chg="add mod">
          <ac:chgData name="PATRICIA MOGA" userId="S::patricia.moga@stud.ubbcluj.ro::2cb346a7-2af3-422e-b896-593efe448395" providerId="AD" clId="Web-{1205BA7E-7F25-C5B9-4054-27F549E31223}" dt="2026-04-26T16:49:32.738" v="259" actId="20577"/>
          <ac:spMkLst>
            <pc:docMk/>
            <pc:sldMk cId="0" sldId="262"/>
            <ac:spMk id="10" creationId="{CBF01B4A-13A7-A5F1-E373-3944B9CABFD0}"/>
          </ac:spMkLst>
        </pc:spChg>
        <pc:spChg chg="mod">
          <ac:chgData name="PATRICIA MOGA" userId="S::patricia.moga@stud.ubbcluj.ro::2cb346a7-2af3-422e-b896-593efe448395" providerId="AD" clId="Web-{1205BA7E-7F25-C5B9-4054-27F549E31223}" dt="2026-04-26T16:33:44.919" v="150" actId="20577"/>
          <ac:spMkLst>
            <pc:docMk/>
            <pc:sldMk cId="0" sldId="262"/>
            <ac:spMk id="288" creationId="{00000000-0000-0000-0000-000000000000}"/>
          </ac:spMkLst>
        </pc:spChg>
        <pc:spChg chg="mod">
          <ac:chgData name="PATRICIA MOGA" userId="S::patricia.moga@stud.ubbcluj.ro::2cb346a7-2af3-422e-b896-593efe448395" providerId="AD" clId="Web-{1205BA7E-7F25-C5B9-4054-27F549E31223}" dt="2026-04-26T16:33:20.356" v="144" actId="20577"/>
          <ac:spMkLst>
            <pc:docMk/>
            <pc:sldMk cId="0" sldId="262"/>
            <ac:spMk id="289" creationId="{00000000-0000-0000-0000-000000000000}"/>
          </ac:spMkLst>
        </pc:spChg>
        <pc:grpChg chg="add del">
          <ac:chgData name="PATRICIA MOGA" userId="S::patricia.moga@stud.ubbcluj.ro::2cb346a7-2af3-422e-b896-593efe448395" providerId="AD" clId="Web-{1205BA7E-7F25-C5B9-4054-27F549E31223}" dt="2026-04-26T16:33:29.153" v="148"/>
          <ac:grpSpMkLst>
            <pc:docMk/>
            <pc:sldMk cId="0" sldId="262"/>
            <ac:grpSpMk id="5" creationId="{AA834ACF-F2BC-7599-A1C4-82C697058745}"/>
          </ac:grpSpMkLst>
        </pc:grpChg>
        <pc:grpChg chg="add del">
          <ac:chgData name="PATRICIA MOGA" userId="S::patricia.moga@stud.ubbcluj.ro::2cb346a7-2af3-422e-b896-593efe448395" providerId="AD" clId="Web-{1205BA7E-7F25-C5B9-4054-27F549E31223}" dt="2026-04-26T16:33:26.466" v="147"/>
          <ac:grpSpMkLst>
            <pc:docMk/>
            <pc:sldMk cId="0" sldId="262"/>
            <ac:grpSpMk id="9" creationId="{D4CF8C45-923F-EB90-BFE5-0C4B131CCF16}"/>
          </ac:grpSpMkLst>
        </pc:grpChg>
        <pc:grpChg chg="mod">
          <ac:chgData name="PATRICIA MOGA" userId="S::patricia.moga@stud.ubbcluj.ro::2cb346a7-2af3-422e-b896-593efe448395" providerId="AD" clId="Web-{1205BA7E-7F25-C5B9-4054-27F549E31223}" dt="2026-04-26T16:33:38.169" v="149" actId="14100"/>
          <ac:grpSpMkLst>
            <pc:docMk/>
            <pc:sldMk cId="0" sldId="262"/>
            <ac:grpSpMk id="287" creationId="{00000000-0000-0000-0000-000000000000}"/>
          </ac:grpSpMkLst>
        </pc:grpChg>
        <pc:picChg chg="add mod">
          <ac:chgData name="PATRICIA MOGA" userId="S::patricia.moga@stud.ubbcluj.ro::2cb346a7-2af3-422e-b896-593efe448395" providerId="AD" clId="Web-{1205BA7E-7F25-C5B9-4054-27F549E31223}" dt="2026-04-26T16:37:50" v="188" actId="1076"/>
          <ac:picMkLst>
            <pc:docMk/>
            <pc:sldMk cId="0" sldId="262"/>
            <ac:picMk id="11" creationId="{BA6B8898-50E9-92FF-0550-770688433C78}"/>
          </ac:picMkLst>
        </pc:picChg>
        <pc:picChg chg="del">
          <ac:chgData name="PATRICIA MOGA" userId="S::patricia.moga@stud.ubbcluj.ro::2cb346a7-2af3-422e-b896-593efe448395" providerId="AD" clId="Web-{1205BA7E-7F25-C5B9-4054-27F549E31223}" dt="2026-04-26T16:30:40.619" v="122"/>
          <ac:picMkLst>
            <pc:docMk/>
            <pc:sldMk cId="0" sldId="262"/>
            <ac:picMk id="286" creationId="{00000000-0000-0000-0000-000000000000}"/>
          </ac:picMkLst>
        </pc:picChg>
      </pc:sldChg>
      <pc:sldChg chg="addSp delSp modSp ord delAnim">
        <pc:chgData name="PATRICIA MOGA" userId="S::patricia.moga@stud.ubbcluj.ro::2cb346a7-2af3-422e-b896-593efe448395" providerId="AD" clId="Web-{1205BA7E-7F25-C5B9-4054-27F549E31223}" dt="2026-04-26T17:01:24.366" v="291"/>
        <pc:sldMkLst>
          <pc:docMk/>
          <pc:sldMk cId="0" sldId="270"/>
        </pc:sldMkLst>
        <pc:spChg chg="mod">
          <ac:chgData name="PATRICIA MOGA" userId="S::patricia.moga@stud.ubbcluj.ro::2cb346a7-2af3-422e-b896-593efe448395" providerId="AD" clId="Web-{1205BA7E-7F25-C5B9-4054-27F549E31223}" dt="2026-04-26T16:54:55.067" v="285" actId="20577"/>
          <ac:spMkLst>
            <pc:docMk/>
            <pc:sldMk cId="0" sldId="270"/>
            <ac:spMk id="600" creationId="{00000000-0000-0000-0000-000000000000}"/>
          </ac:spMkLst>
        </pc:spChg>
        <pc:spChg chg="mod">
          <ac:chgData name="PATRICIA MOGA" userId="S::patricia.moga@stud.ubbcluj.ro::2cb346a7-2af3-422e-b896-593efe448395" providerId="AD" clId="Web-{1205BA7E-7F25-C5B9-4054-27F549E31223}" dt="2026-04-26T16:55:02.974" v="286" actId="1076"/>
          <ac:spMkLst>
            <pc:docMk/>
            <pc:sldMk cId="0" sldId="270"/>
            <ac:spMk id="604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207"/>
          <ac:spMkLst>
            <pc:docMk/>
            <pc:sldMk cId="0" sldId="270"/>
            <ac:spMk id="605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206"/>
          <ac:spMkLst>
            <pc:docMk/>
            <pc:sldMk cId="0" sldId="270"/>
            <ac:spMk id="606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205"/>
          <ac:spMkLst>
            <pc:docMk/>
            <pc:sldMk cId="0" sldId="270"/>
            <ac:spMk id="607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204"/>
          <ac:spMkLst>
            <pc:docMk/>
            <pc:sldMk cId="0" sldId="270"/>
            <ac:spMk id="608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203"/>
          <ac:spMkLst>
            <pc:docMk/>
            <pc:sldMk cId="0" sldId="270"/>
            <ac:spMk id="609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202"/>
          <ac:spMkLst>
            <pc:docMk/>
            <pc:sldMk cId="0" sldId="270"/>
            <ac:spMk id="610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201"/>
          <ac:spMkLst>
            <pc:docMk/>
            <pc:sldMk cId="0" sldId="270"/>
            <ac:spMk id="611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200"/>
          <ac:spMkLst>
            <pc:docMk/>
            <pc:sldMk cId="0" sldId="270"/>
            <ac:spMk id="612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199"/>
          <ac:spMkLst>
            <pc:docMk/>
            <pc:sldMk cId="0" sldId="270"/>
            <ac:spMk id="613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198"/>
          <ac:spMkLst>
            <pc:docMk/>
            <pc:sldMk cId="0" sldId="270"/>
            <ac:spMk id="614" creationId="{00000000-0000-0000-0000-000000000000}"/>
          </ac:spMkLst>
        </pc:spChg>
        <pc:spChg chg="del">
          <ac:chgData name="PATRICIA MOGA" userId="S::patricia.moga@stud.ubbcluj.ro::2cb346a7-2af3-422e-b896-593efe448395" providerId="AD" clId="Web-{1205BA7E-7F25-C5B9-4054-27F549E31223}" dt="2026-04-26T16:46:02.657" v="197"/>
          <ac:spMkLst>
            <pc:docMk/>
            <pc:sldMk cId="0" sldId="270"/>
            <ac:spMk id="615" creationId="{00000000-0000-0000-0000-000000000000}"/>
          </ac:spMkLst>
        </pc:spChg>
        <pc:grpChg chg="del mod">
          <ac:chgData name="PATRICIA MOGA" userId="S::patricia.moga@stud.ubbcluj.ro::2cb346a7-2af3-422e-b896-593efe448395" providerId="AD" clId="Web-{1205BA7E-7F25-C5B9-4054-27F549E31223}" dt="2026-04-26T16:45:56.547" v="190"/>
          <ac:grpSpMkLst>
            <pc:docMk/>
            <pc:sldMk cId="0" sldId="270"/>
            <ac:grpSpMk id="601" creationId="{00000000-0000-0000-0000-000000000000}"/>
          </ac:grpSpMkLst>
        </pc:grpChg>
        <pc:grpChg chg="del">
          <ac:chgData name="PATRICIA MOGA" userId="S::patricia.moga@stud.ubbcluj.ro::2cb346a7-2af3-422e-b896-593efe448395" providerId="AD" clId="Web-{1205BA7E-7F25-C5B9-4054-27F549E31223}" dt="2026-04-26T16:50:45.458" v="275"/>
          <ac:grpSpMkLst>
            <pc:docMk/>
            <pc:sldMk cId="0" sldId="270"/>
            <ac:grpSpMk id="622" creationId="{00000000-0000-0000-0000-000000000000}"/>
          </ac:grpSpMkLst>
        </pc:grpChg>
        <pc:picChg chg="add mod">
          <ac:chgData name="PATRICIA MOGA" userId="S::patricia.moga@stud.ubbcluj.ro::2cb346a7-2af3-422e-b896-593efe448395" providerId="AD" clId="Web-{1205BA7E-7F25-C5B9-4054-27F549E31223}" dt="2026-04-26T16:55:07.427" v="288" actId="1076"/>
          <ac:picMkLst>
            <pc:docMk/>
            <pc:sldMk cId="0" sldId="270"/>
            <ac:picMk id="2" creationId="{A9817E3A-0B61-1583-CA12-BE4D8C64B52C}"/>
          </ac:picMkLst>
        </pc:picChg>
        <pc:cxnChg chg="del">
          <ac:chgData name="PATRICIA MOGA" userId="S::patricia.moga@stud.ubbcluj.ro::2cb346a7-2af3-422e-b896-593efe448395" providerId="AD" clId="Web-{1205BA7E-7F25-C5B9-4054-27F549E31223}" dt="2026-04-26T16:46:02.657" v="196"/>
          <ac:cxnSpMkLst>
            <pc:docMk/>
            <pc:sldMk cId="0" sldId="270"/>
            <ac:cxnSpMk id="616" creationId="{00000000-0000-0000-0000-000000000000}"/>
          </ac:cxnSpMkLst>
        </pc:cxnChg>
        <pc:cxnChg chg="del">
          <ac:chgData name="PATRICIA MOGA" userId="S::patricia.moga@stud.ubbcluj.ro::2cb346a7-2af3-422e-b896-593efe448395" providerId="AD" clId="Web-{1205BA7E-7F25-C5B9-4054-27F549E31223}" dt="2026-04-26T16:46:02.657" v="195"/>
          <ac:cxnSpMkLst>
            <pc:docMk/>
            <pc:sldMk cId="0" sldId="270"/>
            <ac:cxnSpMk id="617" creationId="{00000000-0000-0000-0000-000000000000}"/>
          </ac:cxnSpMkLst>
        </pc:cxnChg>
        <pc:cxnChg chg="del">
          <ac:chgData name="PATRICIA MOGA" userId="S::patricia.moga@stud.ubbcluj.ro::2cb346a7-2af3-422e-b896-593efe448395" providerId="AD" clId="Web-{1205BA7E-7F25-C5B9-4054-27F549E31223}" dt="2026-04-26T16:46:02.641" v="194"/>
          <ac:cxnSpMkLst>
            <pc:docMk/>
            <pc:sldMk cId="0" sldId="270"/>
            <ac:cxnSpMk id="618" creationId="{00000000-0000-0000-0000-000000000000}"/>
          </ac:cxnSpMkLst>
        </pc:cxnChg>
        <pc:cxnChg chg="del">
          <ac:chgData name="PATRICIA MOGA" userId="S::patricia.moga@stud.ubbcluj.ro::2cb346a7-2af3-422e-b896-593efe448395" providerId="AD" clId="Web-{1205BA7E-7F25-C5B9-4054-27F549E31223}" dt="2026-04-26T16:46:02.641" v="193"/>
          <ac:cxnSpMkLst>
            <pc:docMk/>
            <pc:sldMk cId="0" sldId="270"/>
            <ac:cxnSpMk id="619" creationId="{00000000-0000-0000-0000-000000000000}"/>
          </ac:cxnSpMkLst>
        </pc:cxnChg>
        <pc:cxnChg chg="del">
          <ac:chgData name="PATRICIA MOGA" userId="S::patricia.moga@stud.ubbcluj.ro::2cb346a7-2af3-422e-b896-593efe448395" providerId="AD" clId="Web-{1205BA7E-7F25-C5B9-4054-27F549E31223}" dt="2026-04-26T16:46:02.641" v="192"/>
          <ac:cxnSpMkLst>
            <pc:docMk/>
            <pc:sldMk cId="0" sldId="270"/>
            <ac:cxnSpMk id="620" creationId="{00000000-0000-0000-0000-000000000000}"/>
          </ac:cxnSpMkLst>
        </pc:cxnChg>
        <pc:cxnChg chg="del">
          <ac:chgData name="PATRICIA MOGA" userId="S::patricia.moga@stud.ubbcluj.ro::2cb346a7-2af3-422e-b896-593efe448395" providerId="AD" clId="Web-{1205BA7E-7F25-C5B9-4054-27F549E31223}" dt="2026-04-26T16:46:02.641" v="191"/>
          <ac:cxnSpMkLst>
            <pc:docMk/>
            <pc:sldMk cId="0" sldId="270"/>
            <ac:cxnSpMk id="621" creationId="{00000000-0000-0000-0000-000000000000}"/>
          </ac:cxnSpMkLst>
        </pc:cxnChg>
      </pc:sldChg>
      <pc:sldChg chg="modSp add replId">
        <pc:chgData name="PATRICIA MOGA" userId="S::patricia.moga@stud.ubbcluj.ro::2cb346a7-2af3-422e-b896-593efe448395" providerId="AD" clId="Web-{1205BA7E-7F25-C5B9-4054-27F549E31223}" dt="2026-04-26T14:44:25.729" v="115" actId="20577"/>
        <pc:sldMkLst>
          <pc:docMk/>
          <pc:sldMk cId="2142395865" sldId="289"/>
        </pc:sldMkLst>
        <pc:spChg chg="mod">
          <ac:chgData name="PATRICIA MOGA" userId="S::patricia.moga@stud.ubbcluj.ro::2cb346a7-2af3-422e-b896-593efe448395" providerId="AD" clId="Web-{1205BA7E-7F25-C5B9-4054-27F549E31223}" dt="2026-04-26T14:44:25.729" v="115" actId="20577"/>
          <ac:spMkLst>
            <pc:docMk/>
            <pc:sldMk cId="2142395865" sldId="289"/>
            <ac:spMk id="127" creationId="{5E620C82-4CE3-DD7C-72C1-E7D9C87D341A}"/>
          </ac:spMkLst>
        </pc:spChg>
      </pc:sldChg>
      <pc:sldChg chg="new">
        <pc:chgData name="PATRICIA MOGA" userId="S::patricia.moga@stud.ubbcluj.ro::2cb346a7-2af3-422e-b896-593efe448395" providerId="AD" clId="Web-{1205BA7E-7F25-C5B9-4054-27F549E31223}" dt="2026-04-26T16:56:08.461" v="289"/>
        <pc:sldMkLst>
          <pc:docMk/>
          <pc:sldMk cId="7418271" sldId="290"/>
        </pc:sldMkLst>
      </pc:sldChg>
      <pc:sldChg chg="addSp delSp modSp add replId addAnim delAnim">
        <pc:chgData name="PATRICIA MOGA" userId="S::patricia.moga@stud.ubbcluj.ro::2cb346a7-2af3-422e-b896-593efe448395" providerId="AD" clId="Web-{1205BA7E-7F25-C5B9-4054-27F549E31223}" dt="2026-04-26T17:04:34.463" v="330" actId="14100"/>
        <pc:sldMkLst>
          <pc:docMk/>
          <pc:sldMk cId="2509432307" sldId="291"/>
        </pc:sldMkLst>
        <pc:spChg chg="add del mod">
          <ac:chgData name="PATRICIA MOGA" userId="S::patricia.moga@stud.ubbcluj.ro::2cb346a7-2af3-422e-b896-593efe448395" providerId="AD" clId="Web-{1205BA7E-7F25-C5B9-4054-27F549E31223}" dt="2026-04-26T17:04:34.463" v="330" actId="14100"/>
          <ac:spMkLst>
            <pc:docMk/>
            <pc:sldMk cId="2509432307" sldId="291"/>
            <ac:spMk id="152" creationId="{A908C09C-41AC-FD7A-6584-5E73D5F439D7}"/>
          </ac:spMkLst>
        </pc:spChg>
        <pc:spChg chg="add del mod">
          <ac:chgData name="PATRICIA MOGA" userId="S::patricia.moga@stud.ubbcluj.ro::2cb346a7-2af3-422e-b896-593efe448395" providerId="AD" clId="Web-{1205BA7E-7F25-C5B9-4054-27F549E31223}" dt="2026-04-26T17:04:32.572" v="322" actId="14100"/>
          <ac:spMkLst>
            <pc:docMk/>
            <pc:sldMk cId="2509432307" sldId="291"/>
            <ac:spMk id="160" creationId="{BC5A3A28-D273-3047-61CE-F645C9485DC6}"/>
          </ac:spMkLst>
        </pc:spChg>
        <pc:spChg chg="add del mod">
          <ac:chgData name="PATRICIA MOGA" userId="S::patricia.moga@stud.ubbcluj.ro::2cb346a7-2af3-422e-b896-593efe448395" providerId="AD" clId="Web-{1205BA7E-7F25-C5B9-4054-27F549E31223}" dt="2026-04-26T17:04:32.603" v="325" actId="14100"/>
          <ac:spMkLst>
            <pc:docMk/>
            <pc:sldMk cId="2509432307" sldId="291"/>
            <ac:spMk id="174" creationId="{3BB71331-ACD9-39F0-39BC-F69C9F2C92E5}"/>
          </ac:spMkLst>
        </pc:spChg>
        <pc:spChg chg="add del mod">
          <ac:chgData name="PATRICIA MOGA" userId="S::patricia.moga@stud.ubbcluj.ro::2cb346a7-2af3-422e-b896-593efe448395" providerId="AD" clId="Web-{1205BA7E-7F25-C5B9-4054-27F549E31223}" dt="2026-04-26T17:04:32.619" v="326" actId="14100"/>
          <ac:spMkLst>
            <pc:docMk/>
            <pc:sldMk cId="2509432307" sldId="291"/>
            <ac:spMk id="176" creationId="{06F5A4A0-13F8-1D13-D010-C73DDB9AC051}"/>
          </ac:spMkLst>
        </pc:spChg>
        <pc:grpChg chg="add del mod">
          <ac:chgData name="PATRICIA MOGA" userId="S::patricia.moga@stud.ubbcluj.ro::2cb346a7-2af3-422e-b896-593efe448395" providerId="AD" clId="Web-{1205BA7E-7F25-C5B9-4054-27F549E31223}" dt="2026-04-26T17:04:34.463" v="329" actId="14100"/>
          <ac:grpSpMkLst>
            <pc:docMk/>
            <pc:sldMk cId="2509432307" sldId="291"/>
            <ac:grpSpMk id="156" creationId="{164C3D6E-B968-2A2C-490C-71EDA0AFA11E}"/>
          </ac:grpSpMkLst>
        </pc:grpChg>
        <pc:grpChg chg="add del mod">
          <ac:chgData name="PATRICIA MOGA" userId="S::patricia.moga@stud.ubbcluj.ro::2cb346a7-2af3-422e-b896-593efe448395" providerId="AD" clId="Web-{1205BA7E-7F25-C5B9-4054-27F549E31223}" dt="2026-04-26T17:04:34.463" v="328" actId="14100"/>
          <ac:grpSpMkLst>
            <pc:docMk/>
            <pc:sldMk cId="2509432307" sldId="291"/>
            <ac:grpSpMk id="164" creationId="{1869C13E-EE1C-CB31-AD3C-99ECD938952A}"/>
          </ac:grpSpMkLst>
        </pc:grpChg>
        <pc:grpChg chg="add del mod">
          <ac:chgData name="PATRICIA MOGA" userId="S::patricia.moga@stud.ubbcluj.ro::2cb346a7-2af3-422e-b896-593efe448395" providerId="AD" clId="Web-{1205BA7E-7F25-C5B9-4054-27F549E31223}" dt="2026-04-26T17:04:34.463" v="327" actId="14100"/>
          <ac:grpSpMkLst>
            <pc:docMk/>
            <pc:sldMk cId="2509432307" sldId="291"/>
            <ac:grpSpMk id="170" creationId="{43E05242-448D-1D03-339D-E8D45C1115E5}"/>
          </ac:grpSpMkLst>
        </pc:grpChg>
      </pc:sldChg>
    </pc:docChg>
  </pc:docChgLst>
  <pc:docChgLst>
    <pc:chgData name="SERGIU-TUDOR CIOBANU" userId="S::sergiu.ciobanu@stud.ubbcluj.ro::8f30d80a-4265-4be6-bfad-e739aa336583" providerId="AD" clId="Web-{41A8C363-AE1A-BB7E-3F5C-2217BD99B315}"/>
    <pc:docChg chg="addSld delSld modSld">
      <pc:chgData name="SERGIU-TUDOR CIOBANU" userId="S::sergiu.ciobanu@stud.ubbcluj.ro::8f30d80a-4265-4be6-bfad-e739aa336583" providerId="AD" clId="Web-{41A8C363-AE1A-BB7E-3F5C-2217BD99B315}" dt="2026-04-27T07:10:53.999" v="96"/>
      <pc:docMkLst>
        <pc:docMk/>
      </pc:docMkLst>
      <pc:sldChg chg="delAnim">
        <pc:chgData name="SERGIU-TUDOR CIOBANU" userId="S::sergiu.ciobanu@stud.ubbcluj.ro::8f30d80a-4265-4be6-bfad-e739aa336583" providerId="AD" clId="Web-{41A8C363-AE1A-BB7E-3F5C-2217BD99B315}" dt="2026-04-27T07:10:13.044" v="94"/>
        <pc:sldMkLst>
          <pc:docMk/>
          <pc:sldMk cId="0" sldId="256"/>
        </pc:sldMkLst>
      </pc:sldChg>
      <pc:sldChg chg="addSp modSp addAnim modAnim">
        <pc:chgData name="SERGIU-TUDOR CIOBANU" userId="S::sergiu.ciobanu@stud.ubbcluj.ro::8f30d80a-4265-4be6-bfad-e739aa336583" providerId="AD" clId="Web-{41A8C363-AE1A-BB7E-3F5C-2217BD99B315}" dt="2026-04-27T07:07:12.095" v="79"/>
        <pc:sldMkLst>
          <pc:docMk/>
          <pc:sldMk cId="0" sldId="262"/>
        </pc:sldMkLst>
        <pc:spChg chg="add mod">
          <ac:chgData name="SERGIU-TUDOR CIOBANU" userId="S::sergiu.ciobanu@stud.ubbcluj.ro::8f30d80a-4265-4be6-bfad-e739aa336583" providerId="AD" clId="Web-{41A8C363-AE1A-BB7E-3F5C-2217BD99B315}" dt="2026-04-27T07:04:28.441" v="47" actId="1076"/>
          <ac:spMkLst>
            <pc:docMk/>
            <pc:sldMk cId="0" sldId="262"/>
            <ac:spMk id="3" creationId="{AF20A20F-3F61-50B8-F374-97864D4D9442}"/>
          </ac:spMkLst>
        </pc:spChg>
      </pc:sldChg>
      <pc:sldChg chg="addAnim delAnim modAnim">
        <pc:chgData name="SERGIU-TUDOR CIOBANU" userId="S::sergiu.ciobanu@stud.ubbcluj.ro::8f30d80a-4265-4be6-bfad-e739aa336583" providerId="AD" clId="Web-{41A8C363-AE1A-BB7E-3F5C-2217BD99B315}" dt="2026-04-27T07:00:41.469" v="26"/>
        <pc:sldMkLst>
          <pc:docMk/>
          <pc:sldMk cId="0" sldId="263"/>
        </pc:sldMkLst>
      </pc:sldChg>
      <pc:sldChg chg="modSp addAnim modAnim">
        <pc:chgData name="SERGIU-TUDOR CIOBANU" userId="S::sergiu.ciobanu@stud.ubbcluj.ro::8f30d80a-4265-4be6-bfad-e739aa336583" providerId="AD" clId="Web-{41A8C363-AE1A-BB7E-3F5C-2217BD99B315}" dt="2026-04-27T07:10:53.999" v="96"/>
        <pc:sldMkLst>
          <pc:docMk/>
          <pc:sldMk cId="0" sldId="264"/>
        </pc:sldMkLst>
        <pc:spChg chg="mod">
          <ac:chgData name="SERGIU-TUDOR CIOBANU" userId="S::sergiu.ciobanu@stud.ubbcluj.ro::8f30d80a-4265-4be6-bfad-e739aa336583" providerId="AD" clId="Web-{41A8C363-AE1A-BB7E-3F5C-2217BD99B315}" dt="2026-04-27T06:56:55.356" v="9" actId="1076"/>
          <ac:spMkLst>
            <pc:docMk/>
            <pc:sldMk cId="0" sldId="264"/>
            <ac:spMk id="2" creationId="{480A81DA-E132-7DF5-B69A-6E1A70E21AAB}"/>
          </ac:spMkLst>
        </pc:spChg>
      </pc:sldChg>
      <pc:sldChg chg="addSp delSp modSp addAnim modAnim">
        <pc:chgData name="SERGIU-TUDOR CIOBANU" userId="S::sergiu.ciobanu@stud.ubbcluj.ro::8f30d80a-4265-4be6-bfad-e739aa336583" providerId="AD" clId="Web-{41A8C363-AE1A-BB7E-3F5C-2217BD99B315}" dt="2026-04-27T07:08:25.491" v="86"/>
        <pc:sldMkLst>
          <pc:docMk/>
          <pc:sldMk cId="0" sldId="265"/>
        </pc:sldMkLst>
        <pc:spChg chg="add del">
          <ac:chgData name="SERGIU-TUDOR CIOBANU" userId="S::sergiu.ciobanu@stud.ubbcluj.ro::8f30d80a-4265-4be6-bfad-e739aa336583" providerId="AD" clId="Web-{41A8C363-AE1A-BB7E-3F5C-2217BD99B315}" dt="2026-04-27T07:04:12.518" v="44"/>
          <ac:spMkLst>
            <pc:docMk/>
            <pc:sldMk cId="0" sldId="265"/>
            <ac:spMk id="4" creationId="{5989B4D3-3AEF-CF6F-0341-D3390492FB32}"/>
          </ac:spMkLst>
        </pc:spChg>
        <pc:spChg chg="add del">
          <ac:chgData name="SERGIU-TUDOR CIOBANU" userId="S::sergiu.ciobanu@stud.ubbcluj.ro::8f30d80a-4265-4be6-bfad-e739aa336583" providerId="AD" clId="Web-{41A8C363-AE1A-BB7E-3F5C-2217BD99B315}" dt="2026-04-27T07:04:38.566" v="49"/>
          <ac:spMkLst>
            <pc:docMk/>
            <pc:sldMk cId="0" sldId="265"/>
            <ac:spMk id="6" creationId="{741C6592-9587-1286-02C3-12CA960B22D8}"/>
          </ac:spMkLst>
        </pc:spChg>
        <pc:spChg chg="add mod">
          <ac:chgData name="SERGIU-TUDOR CIOBANU" userId="S::sergiu.ciobanu@stud.ubbcluj.ro::8f30d80a-4265-4be6-bfad-e739aa336583" providerId="AD" clId="Web-{41A8C363-AE1A-BB7E-3F5C-2217BD99B315}" dt="2026-04-27T07:05:15.928" v="68" actId="1076"/>
          <ac:spMkLst>
            <pc:docMk/>
            <pc:sldMk cId="0" sldId="265"/>
            <ac:spMk id="8" creationId="{52DCE1CB-40C3-6789-DF66-FD18FDAA9F7B}"/>
          </ac:spMkLst>
        </pc:spChg>
      </pc:sldChg>
      <pc:sldChg chg="addSp modSp addAnim modAnim">
        <pc:chgData name="SERGIU-TUDOR CIOBANU" userId="S::sergiu.ciobanu@stud.ubbcluj.ro::8f30d80a-4265-4be6-bfad-e739aa336583" providerId="AD" clId="Web-{41A8C363-AE1A-BB7E-3F5C-2217BD99B315}" dt="2026-04-27T07:08:08.803" v="84"/>
        <pc:sldMkLst>
          <pc:docMk/>
          <pc:sldMk cId="0" sldId="270"/>
        </pc:sldMkLst>
        <pc:spChg chg="add mod">
          <ac:chgData name="SERGIU-TUDOR CIOBANU" userId="S::sergiu.ciobanu@stud.ubbcluj.ro::8f30d80a-4265-4be6-bfad-e739aa336583" providerId="AD" clId="Web-{41A8C363-AE1A-BB7E-3F5C-2217BD99B315}" dt="2026-04-27T07:04:21.581" v="46" actId="1076"/>
          <ac:spMkLst>
            <pc:docMk/>
            <pc:sldMk cId="0" sldId="270"/>
            <ac:spMk id="4" creationId="{6803E1B1-6183-9885-CE50-56A86612403B}"/>
          </ac:spMkLst>
        </pc:spChg>
      </pc:sldChg>
      <pc:sldChg chg="addSp modSp">
        <pc:chgData name="SERGIU-TUDOR CIOBANU" userId="S::sergiu.ciobanu@stud.ubbcluj.ro::8f30d80a-4265-4be6-bfad-e739aa336583" providerId="AD" clId="Web-{41A8C363-AE1A-BB7E-3F5C-2217BD99B315}" dt="2026-04-27T07:06:18.684" v="75" actId="1076"/>
        <pc:sldMkLst>
          <pc:docMk/>
          <pc:sldMk cId="2509432307" sldId="291"/>
        </pc:sldMkLst>
        <pc:spChg chg="add mod">
          <ac:chgData name="SERGIU-TUDOR CIOBANU" userId="S::sergiu.ciobanu@stud.ubbcluj.ro::8f30d80a-4265-4be6-bfad-e739aa336583" providerId="AD" clId="Web-{41A8C363-AE1A-BB7E-3F5C-2217BD99B315}" dt="2026-04-27T07:06:18.684" v="75" actId="1076"/>
          <ac:spMkLst>
            <pc:docMk/>
            <pc:sldMk cId="2509432307" sldId="291"/>
            <ac:spMk id="13" creationId="{84C6EC42-38FE-1857-BB10-79F9D1DB6BB3}"/>
          </ac:spMkLst>
        </pc:spChg>
      </pc:sldChg>
      <pc:sldChg chg="addSp modSp">
        <pc:chgData name="SERGIU-TUDOR CIOBANU" userId="S::sergiu.ciobanu@stud.ubbcluj.ro::8f30d80a-4265-4be6-bfad-e739aa336583" providerId="AD" clId="Web-{41A8C363-AE1A-BB7E-3F5C-2217BD99B315}" dt="2026-04-27T07:06:26.810" v="77" actId="1076"/>
        <pc:sldMkLst>
          <pc:docMk/>
          <pc:sldMk cId="1294516708" sldId="292"/>
        </pc:sldMkLst>
        <pc:spChg chg="add mod">
          <ac:chgData name="SERGIU-TUDOR CIOBANU" userId="S::sergiu.ciobanu@stud.ubbcluj.ro::8f30d80a-4265-4be6-bfad-e739aa336583" providerId="AD" clId="Web-{41A8C363-AE1A-BB7E-3F5C-2217BD99B315}" dt="2026-04-27T07:06:26.810" v="77" actId="1076"/>
          <ac:spMkLst>
            <pc:docMk/>
            <pc:sldMk cId="1294516708" sldId="292"/>
            <ac:spMk id="3" creationId="{A4809E70-B6C5-1926-341C-F13DAF80F2F7}"/>
          </ac:spMkLst>
        </pc:spChg>
      </pc:sldChg>
      <pc:sldChg chg="addSp modSp addAnim delAnim modAnim">
        <pc:chgData name="SERGIU-TUDOR CIOBANU" userId="S::sergiu.ciobanu@stud.ubbcluj.ro::8f30d80a-4265-4be6-bfad-e739aa336583" providerId="AD" clId="Web-{41A8C363-AE1A-BB7E-3F5C-2217BD99B315}" dt="2026-04-27T07:09:02.853" v="93"/>
        <pc:sldMkLst>
          <pc:docMk/>
          <pc:sldMk cId="479001167" sldId="294"/>
        </pc:sldMkLst>
        <pc:spChg chg="add mod">
          <ac:chgData name="SERGIU-TUDOR CIOBANU" userId="S::sergiu.ciobanu@stud.ubbcluj.ro::8f30d80a-4265-4be6-bfad-e739aa336583" providerId="AD" clId="Web-{41A8C363-AE1A-BB7E-3F5C-2217BD99B315}" dt="2026-04-27T07:05:57.292" v="73" actId="20577"/>
          <ac:spMkLst>
            <pc:docMk/>
            <pc:sldMk cId="479001167" sldId="294"/>
            <ac:spMk id="6" creationId="{B036B1C8-773B-6595-10E5-15564FDC171E}"/>
          </ac:spMkLst>
        </pc:spChg>
        <pc:grpChg chg="mod">
          <ac:chgData name="SERGIU-TUDOR CIOBANU" userId="S::sergiu.ciobanu@stud.ubbcluj.ro::8f30d80a-4265-4be6-bfad-e739aa336583" providerId="AD" clId="Web-{41A8C363-AE1A-BB7E-3F5C-2217BD99B315}" dt="2026-04-27T07:05:32.476" v="70" actId="1076"/>
          <ac:grpSpMkLst>
            <pc:docMk/>
            <pc:sldMk cId="479001167" sldId="294"/>
            <ac:grpSpMk id="324" creationId="{624AD9BE-D636-A28F-4D7A-5B1E547C95DF}"/>
          </ac:grpSpMkLst>
        </pc:grpChg>
      </pc:sldChg>
      <pc:sldChg chg="new del">
        <pc:chgData name="SERGIU-TUDOR CIOBANU" userId="S::sergiu.ciobanu@stud.ubbcluj.ro::8f30d80a-4265-4be6-bfad-e739aa336583" providerId="AD" clId="Web-{41A8C363-AE1A-BB7E-3F5C-2217BD99B315}" dt="2026-04-27T06:54:30.898" v="1"/>
        <pc:sldMkLst>
          <pc:docMk/>
          <pc:sldMk cId="1707721409" sldId="295"/>
        </pc:sldMkLst>
      </pc:sldChg>
    </pc:docChg>
  </pc:docChgLst>
  <pc:docChgLst>
    <pc:chgData name="PATRICIA MOGA" userId="S::patricia.moga@stud.ubbcluj.ro::2cb346a7-2af3-422e-b896-593efe448395" providerId="AD" clId="Web-{3585387C-0DC5-306A-5E26-E912406F5579}"/>
    <pc:docChg chg="addSld modSld">
      <pc:chgData name="PATRICIA MOGA" userId="S::patricia.moga@stud.ubbcluj.ro::2cb346a7-2af3-422e-b896-593efe448395" providerId="AD" clId="Web-{3585387C-0DC5-306A-5E26-E912406F5579}" dt="2026-04-27T13:46:35.173" v="261" actId="1076"/>
      <pc:docMkLst>
        <pc:docMk/>
      </pc:docMkLst>
      <pc:sldChg chg="modSp">
        <pc:chgData name="PATRICIA MOGA" userId="S::patricia.moga@stud.ubbcluj.ro::2cb346a7-2af3-422e-b896-593efe448395" providerId="AD" clId="Web-{3585387C-0DC5-306A-5E26-E912406F5579}" dt="2026-04-26T18:26:25.149" v="255" actId="20577"/>
        <pc:sldMkLst>
          <pc:docMk/>
          <pc:sldMk cId="0" sldId="262"/>
        </pc:sldMkLst>
        <pc:spChg chg="mod">
          <ac:chgData name="PATRICIA MOGA" userId="S::patricia.moga@stud.ubbcluj.ro::2cb346a7-2af3-422e-b896-593efe448395" providerId="AD" clId="Web-{3585387C-0DC5-306A-5E26-E912406F5579}" dt="2026-04-26T18:26:25.149" v="255" actId="20577"/>
          <ac:spMkLst>
            <pc:docMk/>
            <pc:sldMk cId="0" sldId="262"/>
            <ac:spMk id="10" creationId="{CBF01B4A-13A7-A5F1-E373-3944B9CABFD0}"/>
          </ac:spMkLst>
        </pc:spChg>
      </pc:sldChg>
      <pc:sldChg chg="modSp">
        <pc:chgData name="PATRICIA MOGA" userId="S::patricia.moga@stud.ubbcluj.ro::2cb346a7-2af3-422e-b896-593efe448395" providerId="AD" clId="Web-{3585387C-0DC5-306A-5E26-E912406F5579}" dt="2026-04-27T13:46:35.173" v="261" actId="1076"/>
        <pc:sldMkLst>
          <pc:docMk/>
          <pc:sldMk cId="0" sldId="270"/>
        </pc:sldMkLst>
        <pc:spChg chg="mod">
          <ac:chgData name="PATRICIA MOGA" userId="S::patricia.moga@stud.ubbcluj.ro::2cb346a7-2af3-422e-b896-593efe448395" providerId="AD" clId="Web-{3585387C-0DC5-306A-5E26-E912406F5579}" dt="2026-04-27T13:46:35.173" v="261" actId="1076"/>
          <ac:spMkLst>
            <pc:docMk/>
            <pc:sldMk cId="0" sldId="270"/>
            <ac:spMk id="600" creationId="{00000000-0000-0000-0000-000000000000}"/>
          </ac:spMkLst>
        </pc:spChg>
        <pc:spChg chg="mod">
          <ac:chgData name="PATRICIA MOGA" userId="S::patricia.moga@stud.ubbcluj.ro::2cb346a7-2af3-422e-b896-593efe448395" providerId="AD" clId="Web-{3585387C-0DC5-306A-5E26-E912406F5579}" dt="2026-04-26T18:26:34.290" v="256" actId="20577"/>
          <ac:spMkLst>
            <pc:docMk/>
            <pc:sldMk cId="0" sldId="270"/>
            <ac:spMk id="604" creationId="{00000000-0000-0000-0000-000000000000}"/>
          </ac:spMkLst>
        </pc:spChg>
      </pc:sldChg>
      <pc:sldChg chg="addSp delSp modSp delAnim">
        <pc:chgData name="PATRICIA MOGA" userId="S::patricia.moga@stud.ubbcluj.ro::2cb346a7-2af3-422e-b896-593efe448395" providerId="AD" clId="Web-{3585387C-0DC5-306A-5E26-E912406F5579}" dt="2026-04-26T18:26:42.650" v="258" actId="20577"/>
        <pc:sldMkLst>
          <pc:docMk/>
          <pc:sldMk cId="2509432307" sldId="291"/>
        </pc:sldMkLst>
        <pc:spChg chg="mod">
          <ac:chgData name="PATRICIA MOGA" userId="S::patricia.moga@stud.ubbcluj.ro::2cb346a7-2af3-422e-b896-593efe448395" providerId="AD" clId="Web-{3585387C-0DC5-306A-5E26-E912406F5579}" dt="2026-04-26T17:06:49.973" v="29" actId="1076"/>
          <ac:spMkLst>
            <pc:docMk/>
            <pc:sldMk cId="2509432307" sldId="291"/>
            <ac:spMk id="152" creationId="{A908C09C-41AC-FD7A-6584-5E73D5F439D7}"/>
          </ac:spMkLst>
        </pc:spChg>
        <pc:spChg chg="mod">
          <ac:chgData name="PATRICIA MOGA" userId="S::patricia.moga@stud.ubbcluj.ro::2cb346a7-2af3-422e-b896-593efe448395" providerId="AD" clId="Web-{3585387C-0DC5-306A-5E26-E912406F5579}" dt="2026-04-26T18:26:42.650" v="258" actId="20577"/>
          <ac:spMkLst>
            <pc:docMk/>
            <pc:sldMk cId="2509432307" sldId="291"/>
            <ac:spMk id="159" creationId="{5581D039-34AA-9E13-223B-3909EEE0CC9C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7:06:08.409" v="19"/>
          <ac:spMkLst>
            <pc:docMk/>
            <pc:sldMk cId="2509432307" sldId="291"/>
            <ac:spMk id="160" creationId="{BC5A3A28-D273-3047-61CE-F645C9485DC6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7:05:50.174" v="10"/>
          <ac:spMkLst>
            <pc:docMk/>
            <pc:sldMk cId="2509432307" sldId="291"/>
            <ac:spMk id="173" creationId="{60B2580A-2EB4-2597-A4A2-03DB8EA5C103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7:06:01.737" v="15"/>
          <ac:spMkLst>
            <pc:docMk/>
            <pc:sldMk cId="2509432307" sldId="291"/>
            <ac:spMk id="174" creationId="{3BB71331-ACD9-39F0-39BC-F69C9F2C92E5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05:50.159" v="9"/>
          <ac:spMkLst>
            <pc:docMk/>
            <pc:sldMk cId="2509432307" sldId="291"/>
            <ac:spMk id="175" creationId="{837899AA-EBAD-AF83-602B-E72DD503D101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7:08:01.256" v="75"/>
          <ac:spMkLst>
            <pc:docMk/>
            <pc:sldMk cId="2509432307" sldId="291"/>
            <ac:spMk id="176" creationId="{06F5A4A0-13F8-1D13-D010-C73DDB9AC051}"/>
          </ac:spMkLst>
        </pc:spChg>
        <pc:grpChg chg="add mod">
          <ac:chgData name="PATRICIA MOGA" userId="S::patricia.moga@stud.ubbcluj.ro::2cb346a7-2af3-422e-b896-593efe448395" providerId="AD" clId="Web-{3585387C-0DC5-306A-5E26-E912406F5579}" dt="2026-04-26T17:08:59.631" v="82" actId="1076"/>
          <ac:grpSpMkLst>
            <pc:docMk/>
            <pc:sldMk cId="2509432307" sldId="291"/>
            <ac:grpSpMk id="12" creationId="{42410EFB-1366-2D2D-51CB-85C9CE1F7D30}"/>
          </ac:grpSpMkLst>
        </pc:grpChg>
        <pc:grpChg chg="add mod">
          <ac:chgData name="PATRICIA MOGA" userId="S::patricia.moga@stud.ubbcluj.ro::2cb346a7-2af3-422e-b896-593efe448395" providerId="AD" clId="Web-{3585387C-0DC5-306A-5E26-E912406F5579}" dt="2026-04-26T17:09:25.366" v="86" actId="1076"/>
          <ac:grpSpMkLst>
            <pc:docMk/>
            <pc:sldMk cId="2509432307" sldId="291"/>
            <ac:grpSpMk id="23" creationId="{73671EC5-0782-B6CF-2362-74DA89BAFDE8}"/>
          </ac:grpSpMkLst>
        </pc:grpChg>
        <pc:grpChg chg="mod">
          <ac:chgData name="PATRICIA MOGA" userId="S::patricia.moga@stud.ubbcluj.ro::2cb346a7-2af3-422e-b896-593efe448395" providerId="AD" clId="Web-{3585387C-0DC5-306A-5E26-E912406F5579}" dt="2026-04-26T17:08:34.225" v="80" actId="14100"/>
          <ac:grpSpMkLst>
            <pc:docMk/>
            <pc:sldMk cId="2509432307" sldId="291"/>
            <ac:grpSpMk id="153" creationId="{2756EA4D-D0DE-AC9E-5A4D-AC758B578231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05:37.190" v="2"/>
          <ac:grpSpMkLst>
            <pc:docMk/>
            <pc:sldMk cId="2509432307" sldId="291"/>
            <ac:grpSpMk id="156" creationId="{164C3D6E-B968-2A2C-490C-71EDA0AFA11E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05:43.221" v="4"/>
          <ac:grpSpMkLst>
            <pc:docMk/>
            <pc:sldMk cId="2509432307" sldId="291"/>
            <ac:grpSpMk id="161" creationId="{B8C0D289-4A6B-297B-CAF7-EB56C7E96E2C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05:37.190" v="1"/>
          <ac:grpSpMkLst>
            <pc:docMk/>
            <pc:sldMk cId="2509432307" sldId="291"/>
            <ac:grpSpMk id="164" creationId="{1869C13E-EE1C-CB31-AD3C-99ECD938952A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05:43.221" v="3"/>
          <ac:grpSpMkLst>
            <pc:docMk/>
            <pc:sldMk cId="2509432307" sldId="291"/>
            <ac:grpSpMk id="167" creationId="{A05FD0F7-7C38-DAA2-9239-0CAE3710F2BC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05:37.190" v="0"/>
          <ac:grpSpMkLst>
            <pc:docMk/>
            <pc:sldMk cId="2509432307" sldId="291"/>
            <ac:grpSpMk id="170" creationId="{43E05242-448D-1D03-339D-E8D45C1115E5}"/>
          </ac:grpSpMkLst>
        </pc:grpChg>
      </pc:sldChg>
      <pc:sldChg chg="delSp modSp add replId delAnim">
        <pc:chgData name="PATRICIA MOGA" userId="S::patricia.moga@stud.ubbcluj.ro::2cb346a7-2af3-422e-b896-593efe448395" providerId="AD" clId="Web-{3585387C-0DC5-306A-5E26-E912406F5579}" dt="2026-04-26T18:26:51.244" v="259" actId="20577"/>
        <pc:sldMkLst>
          <pc:docMk/>
          <pc:sldMk cId="1294516708" sldId="292"/>
        </pc:sldMkLst>
        <pc:spChg chg="mod">
          <ac:chgData name="PATRICIA MOGA" userId="S::patricia.moga@stud.ubbcluj.ro::2cb346a7-2af3-422e-b896-593efe448395" providerId="AD" clId="Web-{3585387C-0DC5-306A-5E26-E912406F5579}" dt="2026-04-26T17:11:37.884" v="149" actId="20577"/>
          <ac:spMkLst>
            <pc:docMk/>
            <pc:sldMk cId="1294516708" sldId="292"/>
            <ac:spMk id="1107" creationId="{D174A08A-3185-0BDD-B333-660CF95D26B4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7:11:06.963" v="134"/>
          <ac:spMkLst>
            <pc:docMk/>
            <pc:sldMk cId="1294516708" sldId="292"/>
            <ac:spMk id="1108" creationId="{0CBA9298-A4CB-5E9A-87D4-7BF761CED15F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7:11:16.509" v="141"/>
          <ac:spMkLst>
            <pc:docMk/>
            <pc:sldMk cId="1294516708" sldId="292"/>
            <ac:spMk id="1109" creationId="{952239C0-C790-717C-2BDF-D598E663CE44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7:11:10.009" v="137"/>
          <ac:spMkLst>
            <pc:docMk/>
            <pc:sldMk cId="1294516708" sldId="292"/>
            <ac:spMk id="1110" creationId="{CC8C7499-FF0E-AB5B-5430-FC12840EEAB9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7:11:22.477" v="145"/>
          <ac:spMkLst>
            <pc:docMk/>
            <pc:sldMk cId="1294516708" sldId="292"/>
            <ac:spMk id="1111" creationId="{4A67C243-07ED-EE8A-907C-A01D46522039}"/>
          </ac:spMkLst>
        </pc:spChg>
        <pc:spChg chg="mod">
          <ac:chgData name="PATRICIA MOGA" userId="S::patricia.moga@stud.ubbcluj.ro::2cb346a7-2af3-422e-b896-593efe448395" providerId="AD" clId="Web-{3585387C-0DC5-306A-5E26-E912406F5579}" dt="2026-04-26T18:26:51.244" v="259" actId="20577"/>
          <ac:spMkLst>
            <pc:docMk/>
            <pc:sldMk cId="1294516708" sldId="292"/>
            <ac:spMk id="1112" creationId="{D13A6A2F-BCAD-FA5D-33F7-B729533C5B06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8:24:45.225" v="231"/>
          <ac:spMkLst>
            <pc:docMk/>
            <pc:sldMk cId="1294516708" sldId="292"/>
            <ac:spMk id="1113" creationId="{8C4D550D-7CB3-B78F-5E5B-F250AE72F377}"/>
          </ac:spMkLst>
        </pc:spChg>
        <pc:spChg chg="del mod">
          <ac:chgData name="PATRICIA MOGA" userId="S::patricia.moga@stud.ubbcluj.ro::2cb346a7-2af3-422e-b896-593efe448395" providerId="AD" clId="Web-{3585387C-0DC5-306A-5E26-E912406F5579}" dt="2026-04-26T18:24:37.303" v="226"/>
          <ac:spMkLst>
            <pc:docMk/>
            <pc:sldMk cId="1294516708" sldId="292"/>
            <ac:spMk id="1114" creationId="{1E4C6E50-5ABB-F4D8-DCC5-A938459EB47D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8:24:39.256" v="228"/>
          <ac:spMkLst>
            <pc:docMk/>
            <pc:sldMk cId="1294516708" sldId="292"/>
            <ac:spMk id="1115" creationId="{D37C0DDF-AA3A-6A11-51A0-05292A50AC07}"/>
          </ac:spMkLst>
        </pc:spChg>
        <pc:grpChg chg="del">
          <ac:chgData name="PATRICIA MOGA" userId="S::patricia.moga@stud.ubbcluj.ro::2cb346a7-2af3-422e-b896-593efe448395" providerId="AD" clId="Web-{3585387C-0DC5-306A-5E26-E912406F5579}" dt="2026-04-26T17:11:00.727" v="131"/>
          <ac:grpSpMkLst>
            <pc:docMk/>
            <pc:sldMk cId="1294516708" sldId="292"/>
            <ac:grpSpMk id="1083" creationId="{C1A4A022-DB46-E1D4-870C-93AFCB6508F2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11:17.915" v="142"/>
          <ac:grpSpMkLst>
            <pc:docMk/>
            <pc:sldMk cId="1294516708" sldId="292"/>
            <ac:grpSpMk id="1086" creationId="{4B83397F-26B9-34BA-3126-A3DBB2630EA3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8:24:43.210" v="230"/>
          <ac:grpSpMkLst>
            <pc:docMk/>
            <pc:sldMk cId="1294516708" sldId="292"/>
            <ac:grpSpMk id="1089" creationId="{6AC7020A-2C0B-85D1-3957-5D12C2B0216D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8:24:42.085" v="229"/>
          <ac:grpSpMkLst>
            <pc:docMk/>
            <pc:sldMk cId="1294516708" sldId="292"/>
            <ac:grpSpMk id="1092" creationId="{4192424E-87EF-F209-4DA8-1B5DCB8DF166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11:12.868" v="138"/>
          <ac:grpSpMkLst>
            <pc:docMk/>
            <pc:sldMk cId="1294516708" sldId="292"/>
            <ac:grpSpMk id="1095" creationId="{AEA03E2D-A8E0-92BB-55C2-C15AEC7BDECE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11:23.884" v="146"/>
          <ac:grpSpMkLst>
            <pc:docMk/>
            <pc:sldMk cId="1294516708" sldId="292"/>
            <ac:grpSpMk id="1098" creationId="{C44BE2C7-E262-74B6-5B1D-6E44A300E650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8:24:35.209" v="223"/>
          <ac:grpSpMkLst>
            <pc:docMk/>
            <pc:sldMk cId="1294516708" sldId="292"/>
            <ac:grpSpMk id="1101" creationId="{E928B3E3-1657-030E-1F0A-7269EE8975E7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8:24:38.116" v="227"/>
          <ac:grpSpMkLst>
            <pc:docMk/>
            <pc:sldMk cId="1294516708" sldId="292"/>
            <ac:grpSpMk id="1104" creationId="{81F3C953-67BE-E407-73D9-F7E23C507B32}"/>
          </ac:grpSpMkLst>
        </pc:grpChg>
      </pc:sldChg>
      <pc:sldChg chg="delSp modSp add replId delAnim">
        <pc:chgData name="PATRICIA MOGA" userId="S::patricia.moga@stud.ubbcluj.ro::2cb346a7-2af3-422e-b896-593efe448395" providerId="AD" clId="Web-{3585387C-0DC5-306A-5E26-E912406F5579}" dt="2026-04-26T17:15:24.621" v="222" actId="20577"/>
        <pc:sldMkLst>
          <pc:docMk/>
          <pc:sldMk cId="66053083" sldId="293"/>
        </pc:sldMkLst>
        <pc:spChg chg="mod">
          <ac:chgData name="PATRICIA MOGA" userId="S::patricia.moga@stud.ubbcluj.ro::2cb346a7-2af3-422e-b896-593efe448395" providerId="AD" clId="Web-{3585387C-0DC5-306A-5E26-E912406F5579}" dt="2026-04-26T17:12:06.619" v="161" actId="20577"/>
          <ac:spMkLst>
            <pc:docMk/>
            <pc:sldMk cId="66053083" sldId="293"/>
            <ac:spMk id="1028" creationId="{77CEF62D-5F06-C13F-05FF-2434D850ECAE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57.729" v="192"/>
          <ac:spMkLst>
            <pc:docMk/>
            <pc:sldMk cId="66053083" sldId="293"/>
            <ac:spMk id="1029" creationId="{438A3C87-EA76-577C-5A8F-27C6E13BF2AF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57.729" v="191"/>
          <ac:spMkLst>
            <pc:docMk/>
            <pc:sldMk cId="66053083" sldId="293"/>
            <ac:spMk id="1030" creationId="{47D0E3B9-01BC-20E6-A922-DA4D9E73AACF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57.729" v="190"/>
          <ac:spMkLst>
            <pc:docMk/>
            <pc:sldMk cId="66053083" sldId="293"/>
            <ac:spMk id="1031" creationId="{0A39C414-4909-C108-B9D0-CDEA927A9FB0}"/>
          </ac:spMkLst>
        </pc:spChg>
        <pc:spChg chg="mod">
          <ac:chgData name="PATRICIA MOGA" userId="S::patricia.moga@stud.ubbcluj.ro::2cb346a7-2af3-422e-b896-593efe448395" providerId="AD" clId="Web-{3585387C-0DC5-306A-5E26-E912406F5579}" dt="2026-04-26T17:15:24.621" v="222" actId="20577"/>
          <ac:spMkLst>
            <pc:docMk/>
            <pc:sldMk cId="66053083" sldId="293"/>
            <ac:spMk id="1032" creationId="{DD5F5138-EE00-DA43-0CDA-14FB2785FE58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57.729" v="189"/>
          <ac:spMkLst>
            <pc:docMk/>
            <pc:sldMk cId="66053083" sldId="293"/>
            <ac:spMk id="1033" creationId="{FB2D1932-CD02-C4E0-6C82-8B5CA0A6C871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57.713" v="188"/>
          <ac:spMkLst>
            <pc:docMk/>
            <pc:sldMk cId="66053083" sldId="293"/>
            <ac:spMk id="1034" creationId="{E305E4CF-C6D2-E65A-EBEB-E242541F23A2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12.556" v="171"/>
          <ac:spMkLst>
            <pc:docMk/>
            <pc:sldMk cId="66053083" sldId="293"/>
            <ac:spMk id="1035" creationId="{11E64274-896B-C41A-63A2-E12ED8A4092B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12.556" v="170"/>
          <ac:spMkLst>
            <pc:docMk/>
            <pc:sldMk cId="66053083" sldId="293"/>
            <ac:spMk id="1036" creationId="{70655AC6-7BE7-9065-B720-2AD6C5BCD889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12.541" v="169"/>
          <ac:spMkLst>
            <pc:docMk/>
            <pc:sldMk cId="66053083" sldId="293"/>
            <ac:spMk id="1037" creationId="{BB6E0A4C-8099-B161-5F46-35AE16CE8069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12.541" v="168"/>
          <ac:spMkLst>
            <pc:docMk/>
            <pc:sldMk cId="66053083" sldId="293"/>
            <ac:spMk id="1038" creationId="{1163023E-F4BD-8959-231A-398078630EF0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12.541" v="167"/>
          <ac:spMkLst>
            <pc:docMk/>
            <pc:sldMk cId="66053083" sldId="293"/>
            <ac:spMk id="1039" creationId="{1CB01663-2310-8FFA-0EB7-06DFA5EA6F30}"/>
          </ac:spMkLst>
        </pc:spChg>
        <pc:spChg chg="del">
          <ac:chgData name="PATRICIA MOGA" userId="S::patricia.moga@stud.ubbcluj.ro::2cb346a7-2af3-422e-b896-593efe448395" providerId="AD" clId="Web-{3585387C-0DC5-306A-5E26-E912406F5579}" dt="2026-04-26T17:12:12.541" v="166"/>
          <ac:spMkLst>
            <pc:docMk/>
            <pc:sldMk cId="66053083" sldId="293"/>
            <ac:spMk id="1040" creationId="{978C96AF-3031-936B-71FB-C0AAB51F4372}"/>
          </ac:spMkLst>
        </pc:spChg>
        <pc:grpChg chg="del">
          <ac:chgData name="PATRICIA MOGA" userId="S::patricia.moga@stud.ubbcluj.ro::2cb346a7-2af3-422e-b896-593efe448395" providerId="AD" clId="Web-{3585387C-0DC5-306A-5E26-E912406F5579}" dt="2026-04-26T17:12:12.556" v="173"/>
          <ac:grpSpMkLst>
            <pc:docMk/>
            <pc:sldMk cId="66053083" sldId="293"/>
            <ac:grpSpMk id="1022" creationId="{A4C164B3-552E-AEA4-CC05-650DB25B2826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12:12.556" v="172"/>
          <ac:grpSpMkLst>
            <pc:docMk/>
            <pc:sldMk cId="66053083" sldId="293"/>
            <ac:grpSpMk id="1025" creationId="{6C0F077D-4AE0-30CD-1679-B0824474EFA4}"/>
          </ac:grpSpMkLst>
        </pc:grpChg>
        <pc:grpChg chg="del">
          <ac:chgData name="PATRICIA MOGA" userId="S::patricia.moga@stud.ubbcluj.ro::2cb346a7-2af3-422e-b896-593efe448395" providerId="AD" clId="Web-{3585387C-0DC5-306A-5E26-E912406F5579}" dt="2026-04-26T17:12:12.525" v="162"/>
          <ac:grpSpMkLst>
            <pc:docMk/>
            <pc:sldMk cId="66053083" sldId="293"/>
            <ac:grpSpMk id="1044" creationId="{C9F1A9A8-71BD-A921-7D3F-03FD6B21D7BA}"/>
          </ac:grpSpMkLst>
        </pc:grpChg>
        <pc:grpChg chg="mod">
          <ac:chgData name="PATRICIA MOGA" userId="S::patricia.moga@stud.ubbcluj.ro::2cb346a7-2af3-422e-b896-593efe448395" providerId="AD" clId="Web-{3585387C-0DC5-306A-5E26-E912406F5579}" dt="2026-04-26T17:12:46.604" v="184" actId="1076"/>
          <ac:grpSpMkLst>
            <pc:docMk/>
            <pc:sldMk cId="66053083" sldId="293"/>
            <ac:grpSpMk id="1047" creationId="{BF8BC4C0-4AB4-0724-5E66-1D709787D3BF}"/>
          </ac:grpSpMkLst>
        </pc:grpChg>
        <pc:grpChg chg="mod">
          <ac:chgData name="PATRICIA MOGA" userId="S::patricia.moga@stud.ubbcluj.ro::2cb346a7-2af3-422e-b896-593efe448395" providerId="AD" clId="Web-{3585387C-0DC5-306A-5E26-E912406F5579}" dt="2026-04-26T17:12:46.635" v="185" actId="1076"/>
          <ac:grpSpMkLst>
            <pc:docMk/>
            <pc:sldMk cId="66053083" sldId="293"/>
            <ac:grpSpMk id="1052" creationId="{D4EC6E09-9FE0-252D-527F-9D8F79B4DF27}"/>
          </ac:grpSpMkLst>
        </pc:grpChg>
        <pc:grpChg chg="mod">
          <ac:chgData name="PATRICIA MOGA" userId="S::patricia.moga@stud.ubbcluj.ro::2cb346a7-2af3-422e-b896-593efe448395" providerId="AD" clId="Web-{3585387C-0DC5-306A-5E26-E912406F5579}" dt="2026-04-26T17:12:46.635" v="186" actId="1076"/>
          <ac:grpSpMkLst>
            <pc:docMk/>
            <pc:sldMk cId="66053083" sldId="293"/>
            <ac:grpSpMk id="1056" creationId="{A33B4344-4322-9630-E4F5-9B340EAB7E0E}"/>
          </ac:grpSpMkLst>
        </pc:grpChg>
        <pc:grpChg chg="mod">
          <ac:chgData name="PATRICIA MOGA" userId="S::patricia.moga@stud.ubbcluj.ro::2cb346a7-2af3-422e-b896-593efe448395" providerId="AD" clId="Web-{3585387C-0DC5-306A-5E26-E912406F5579}" dt="2026-04-26T17:14:41.152" v="210" actId="1076"/>
          <ac:grpSpMkLst>
            <pc:docMk/>
            <pc:sldMk cId="66053083" sldId="293"/>
            <ac:grpSpMk id="1069" creationId="{6BDFF533-B65C-CCCD-0DE3-62AED792D9D2}"/>
          </ac:grpSpMkLst>
        </pc:grpChg>
        <pc:cxnChg chg="del">
          <ac:chgData name="PATRICIA MOGA" userId="S::patricia.moga@stud.ubbcluj.ro::2cb346a7-2af3-422e-b896-593efe448395" providerId="AD" clId="Web-{3585387C-0DC5-306A-5E26-E912406F5579}" dt="2026-04-26T17:12:12.541" v="165"/>
          <ac:cxnSpMkLst>
            <pc:docMk/>
            <pc:sldMk cId="66053083" sldId="293"/>
            <ac:cxnSpMk id="1041" creationId="{E8D09326-A7A8-EFE1-6D63-5BC9260D966B}"/>
          </ac:cxnSpMkLst>
        </pc:cxnChg>
        <pc:cxnChg chg="del">
          <ac:chgData name="PATRICIA MOGA" userId="S::patricia.moga@stud.ubbcluj.ro::2cb346a7-2af3-422e-b896-593efe448395" providerId="AD" clId="Web-{3585387C-0DC5-306A-5E26-E912406F5579}" dt="2026-04-26T17:12:12.525" v="164"/>
          <ac:cxnSpMkLst>
            <pc:docMk/>
            <pc:sldMk cId="66053083" sldId="293"/>
            <ac:cxnSpMk id="1042" creationId="{7651DEEF-3B0D-5ED8-EF77-C36F024F821F}"/>
          </ac:cxnSpMkLst>
        </pc:cxnChg>
        <pc:cxnChg chg="del">
          <ac:chgData name="PATRICIA MOGA" userId="S::patricia.moga@stud.ubbcluj.ro::2cb346a7-2af3-422e-b896-593efe448395" providerId="AD" clId="Web-{3585387C-0DC5-306A-5E26-E912406F5579}" dt="2026-04-26T17:12:12.525" v="163"/>
          <ac:cxnSpMkLst>
            <pc:docMk/>
            <pc:sldMk cId="66053083" sldId="293"/>
            <ac:cxnSpMk id="1043" creationId="{4D22B6FB-C33F-00C2-E592-4A1047E04EEE}"/>
          </ac:cxnSpMkLst>
        </pc:cxnChg>
        <pc:cxnChg chg="del">
          <ac:chgData name="PATRICIA MOGA" userId="S::patricia.moga@stud.ubbcluj.ro::2cb346a7-2af3-422e-b896-593efe448395" providerId="AD" clId="Web-{3585387C-0DC5-306A-5E26-E912406F5579}" dt="2026-04-26T17:12:16.370" v="176"/>
          <ac:cxnSpMkLst>
            <pc:docMk/>
            <pc:sldMk cId="66053083" sldId="293"/>
            <ac:cxnSpMk id="1050" creationId="{E07DD5C3-0030-0CE5-C69A-9F4B25B46A2A}"/>
          </ac:cxnSpMkLst>
        </pc:cxnChg>
        <pc:cxnChg chg="del">
          <ac:chgData name="PATRICIA MOGA" userId="S::patricia.moga@stud.ubbcluj.ro::2cb346a7-2af3-422e-b896-593efe448395" providerId="AD" clId="Web-{3585387C-0DC5-306A-5E26-E912406F5579}" dt="2026-04-26T17:12:14.416" v="174"/>
          <ac:cxnSpMkLst>
            <pc:docMk/>
            <pc:sldMk cId="66053083" sldId="293"/>
            <ac:cxnSpMk id="1051" creationId="{BD560F7E-2D77-49B2-D502-FB7213CE8113}"/>
          </ac:cxnSpMkLst>
        </pc:cxnChg>
        <pc:cxnChg chg="del">
          <ac:chgData name="PATRICIA MOGA" userId="S::patricia.moga@stud.ubbcluj.ro::2cb346a7-2af3-422e-b896-593efe448395" providerId="AD" clId="Web-{3585387C-0DC5-306A-5E26-E912406F5579}" dt="2026-04-26T17:12:15.119" v="175"/>
          <ac:cxnSpMkLst>
            <pc:docMk/>
            <pc:sldMk cId="66053083" sldId="293"/>
            <ac:cxnSpMk id="1055" creationId="{E340F8F2-601D-FC54-5DC5-04395074CE3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5F519C3C-33B1-5CD6-0A53-B3FC6BE2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>
            <a:extLst>
              <a:ext uri="{FF2B5EF4-FFF2-40B4-BE49-F238E27FC236}">
                <a16:creationId xmlns:a16="http://schemas.microsoft.com/office/drawing/2014/main" id="{A4C14158-B3EA-B828-6D10-4D1B10381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8:notes">
            <a:extLst>
              <a:ext uri="{FF2B5EF4-FFF2-40B4-BE49-F238E27FC236}">
                <a16:creationId xmlns:a16="http://schemas.microsoft.com/office/drawing/2014/main" id="{60073B9E-214A-53C7-F6B8-517F31F41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5290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133C3313-4702-4403-84D1-C75FC563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>
            <a:extLst>
              <a:ext uri="{FF2B5EF4-FFF2-40B4-BE49-F238E27FC236}">
                <a16:creationId xmlns:a16="http://schemas.microsoft.com/office/drawing/2014/main" id="{44F50E95-64EE-1A2B-D580-5B085D71E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:notes">
            <a:extLst>
              <a:ext uri="{FF2B5EF4-FFF2-40B4-BE49-F238E27FC236}">
                <a16:creationId xmlns:a16="http://schemas.microsoft.com/office/drawing/2014/main" id="{DF5B6D9F-08A5-A6B7-CEF2-F29F1A098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4361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>
          <a:extLst>
            <a:ext uri="{FF2B5EF4-FFF2-40B4-BE49-F238E27FC236}">
              <a16:creationId xmlns:a16="http://schemas.microsoft.com/office/drawing/2014/main" id="{B94B70DA-4C34-576C-4C06-25EEF374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29:notes">
            <a:extLst>
              <a:ext uri="{FF2B5EF4-FFF2-40B4-BE49-F238E27FC236}">
                <a16:creationId xmlns:a16="http://schemas.microsoft.com/office/drawing/2014/main" id="{9C7B0354-4D04-2958-D51C-03EFBE789A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29:notes">
            <a:extLst>
              <a:ext uri="{FF2B5EF4-FFF2-40B4-BE49-F238E27FC236}">
                <a16:creationId xmlns:a16="http://schemas.microsoft.com/office/drawing/2014/main" id="{326FDD2F-11D9-A711-7AB4-9894D0495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6108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>
          <a:extLst>
            <a:ext uri="{FF2B5EF4-FFF2-40B4-BE49-F238E27FC236}">
              <a16:creationId xmlns:a16="http://schemas.microsoft.com/office/drawing/2014/main" id="{BA95D751-F67E-5905-43AD-356CA124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8:notes">
            <a:extLst>
              <a:ext uri="{FF2B5EF4-FFF2-40B4-BE49-F238E27FC236}">
                <a16:creationId xmlns:a16="http://schemas.microsoft.com/office/drawing/2014/main" id="{6FDE46E8-3C85-D162-CBE9-BA9D9134F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28:notes">
            <a:extLst>
              <a:ext uri="{FF2B5EF4-FFF2-40B4-BE49-F238E27FC236}">
                <a16:creationId xmlns:a16="http://schemas.microsoft.com/office/drawing/2014/main" id="{87EACB32-D4A2-1EB7-0E94-36A055FBF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399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 rot="-5400000">
            <a:off x="-4059167" y="43275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13"/>
          <p:cNvCxnSpPr/>
          <p:nvPr/>
        </p:nvCxnSpPr>
        <p:spPr>
          <a:xfrm rot="-5400000">
            <a:off x="-3091580" y="41751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FF9F1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13"/>
          <p:cNvCxnSpPr/>
          <p:nvPr/>
        </p:nvCxnSpPr>
        <p:spPr>
          <a:xfrm rot="-5400000">
            <a:off x="-2016971" y="4327520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6874E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7" name="Google Shape;87;p13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1592374" y="2628900"/>
            <a:ext cx="13583366" cy="487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200">
                <a:solidFill>
                  <a:srgbClr val="0B1320"/>
                </a:solidFill>
                <a:latin typeface="Playfair Display Black"/>
                <a:sym typeface="Playfair Display Black"/>
              </a:rPr>
              <a:t>Natural Language Understanding</a:t>
            </a:r>
            <a:endParaRPr lang="en-US" sz="7200">
              <a:latin typeface="Playfair Display Black"/>
            </a:endParaRPr>
          </a:p>
          <a:p>
            <a:pPr>
              <a:lnSpc>
                <a:spcPct val="119998"/>
              </a:lnSpc>
            </a:pPr>
            <a:r>
              <a:rPr lang="en-US" sz="7200">
                <a:solidFill>
                  <a:srgbClr val="0B1320"/>
                </a:solidFill>
                <a:latin typeface="Playfair Display Black"/>
                <a:sym typeface="Playfair Display Black"/>
              </a:rPr>
              <a:t>in Dialogue Systems</a:t>
            </a:r>
            <a:endParaRPr lang="en-US" sz="7200">
              <a:solidFill>
                <a:srgbClr val="0B1320"/>
              </a:solidFill>
              <a:latin typeface="Playfair Display Black"/>
              <a:ea typeface="Roboto"/>
            </a:endParaRPr>
          </a:p>
          <a:p>
            <a:pPr>
              <a:lnSpc>
                <a:spcPct val="119998"/>
              </a:lnSpc>
            </a:pPr>
            <a:r>
              <a:rPr lang="en-US" sz="2800">
                <a:solidFill>
                  <a:srgbClr val="0B1320"/>
                </a:solidFill>
                <a:latin typeface="Playfair Display Black"/>
                <a:ea typeface="Roboto"/>
              </a:rPr>
              <a:t>Ciobanu Sergiu-Tudor, Moga Patricia</a:t>
            </a:r>
            <a:r>
              <a:rPr lang="en-US" sz="7200">
                <a:solidFill>
                  <a:srgbClr val="0B1320"/>
                </a:solidFill>
                <a:latin typeface="Playfair Display Black"/>
                <a:ea typeface="Roboto"/>
              </a:rPr>
              <a:t>  </a:t>
            </a:r>
            <a:endParaRPr lang="en-US"/>
          </a:p>
        </p:txBody>
      </p:sp>
      <p:grpSp>
        <p:nvGrpSpPr>
          <p:cNvPr id="91" name="Google Shape;91;p13"/>
          <p:cNvGrpSpPr/>
          <p:nvPr/>
        </p:nvGrpSpPr>
        <p:grpSpPr>
          <a:xfrm>
            <a:off x="12385106" y="6084623"/>
            <a:ext cx="4476247" cy="5509227"/>
            <a:chOff x="0" y="0"/>
            <a:chExt cx="5968330" cy="7345637"/>
          </a:xfrm>
        </p:grpSpPr>
        <p:grpSp>
          <p:nvGrpSpPr>
            <p:cNvPr id="92" name="Google Shape;92;p13"/>
            <p:cNvGrpSpPr/>
            <p:nvPr/>
          </p:nvGrpSpPr>
          <p:grpSpPr>
            <a:xfrm>
              <a:off x="0" y="0"/>
              <a:ext cx="5968330" cy="7345637"/>
              <a:chOff x="0" y="0"/>
              <a:chExt cx="660400" cy="812800"/>
            </a:xfrm>
          </p:grpSpPr>
          <p:sp>
            <p:nvSpPr>
              <p:cNvPr id="93" name="Google Shape;93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13"/>
            <p:cNvGrpSpPr/>
            <p:nvPr/>
          </p:nvGrpSpPr>
          <p:grpSpPr>
            <a:xfrm>
              <a:off x="348677" y="429141"/>
              <a:ext cx="5270975" cy="6487354"/>
              <a:chOff x="0" y="0"/>
              <a:chExt cx="660400" cy="812800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13"/>
            <p:cNvGrpSpPr/>
            <p:nvPr/>
          </p:nvGrpSpPr>
          <p:grpSpPr>
            <a:xfrm>
              <a:off x="692894" y="852793"/>
              <a:ext cx="4582541" cy="5640050"/>
              <a:chOff x="0" y="0"/>
              <a:chExt cx="660400" cy="812800"/>
            </a:xfrm>
          </p:grpSpPr>
          <p:sp>
            <p:nvSpPr>
              <p:cNvPr id="99" name="Google Shape;99;p13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1" name="Google Shape;101;p13"/>
          <p:cNvCxnSpPr/>
          <p:nvPr/>
        </p:nvCxnSpPr>
        <p:spPr>
          <a:xfrm>
            <a:off x="1592374" y="1883323"/>
            <a:ext cx="13354541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" name="Google Shape;102;p13"/>
          <p:cNvGrpSpPr/>
          <p:nvPr/>
        </p:nvGrpSpPr>
        <p:grpSpPr>
          <a:xfrm>
            <a:off x="15328896" y="1678999"/>
            <a:ext cx="406823" cy="408647"/>
            <a:chOff x="1813" y="0"/>
            <a:chExt cx="809173" cy="812800"/>
          </a:xfrm>
        </p:grpSpPr>
        <p:sp>
          <p:nvSpPr>
            <p:cNvPr id="103" name="Google Shape;103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5892570" y="1678999"/>
            <a:ext cx="406823" cy="408647"/>
            <a:chOff x="1813" y="0"/>
            <a:chExt cx="809173" cy="812800"/>
          </a:xfrm>
        </p:grpSpPr>
        <p:sp>
          <p:nvSpPr>
            <p:cNvPr id="106" name="Google Shape;106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16453618" y="1678999"/>
            <a:ext cx="406823" cy="408647"/>
            <a:chOff x="1813" y="0"/>
            <a:chExt cx="809173" cy="812800"/>
          </a:xfrm>
        </p:grpSpPr>
        <p:sp>
          <p:nvSpPr>
            <p:cNvPr id="109" name="Google Shape;109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/>
          <p:nvPr/>
        </p:nvSpPr>
        <p:spPr>
          <a:xfrm>
            <a:off x="1055281" y="880344"/>
            <a:ext cx="9582654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200">
                <a:solidFill>
                  <a:srgbClr val="0B1320"/>
                </a:solidFill>
                <a:latin typeface="Playfair Display Black"/>
              </a:rPr>
              <a:t>Introduction in Dialogue Systems</a:t>
            </a:r>
            <a:endParaRPr lang="en-US" sz="7200">
              <a:latin typeface="Playfair Display Black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7500">
              <a:solidFill>
                <a:srgbClr val="0B1320"/>
              </a:solidFill>
              <a:latin typeface="Playfair Display Black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244549" y="3675191"/>
            <a:ext cx="9146092" cy="185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Definition: a </a:t>
            </a:r>
            <a:r>
              <a:rPr lang="en-US" sz="2800" b="1" i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Computation System</a:t>
            </a: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en-US" sz="2800" b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designed to interact</a:t>
            </a: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 with users </a:t>
            </a:r>
            <a:r>
              <a:rPr lang="en-US" sz="2800" b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 (spoken) </a:t>
            </a:r>
            <a:r>
              <a:rPr lang="en-US" sz="2800" b="1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natural language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30000"/>
              </a:lnSpc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366" name="Google Shape;366;p21"/>
          <p:cNvGrpSpPr/>
          <p:nvPr/>
        </p:nvGrpSpPr>
        <p:grpSpPr>
          <a:xfrm>
            <a:off x="14379654" y="7371996"/>
            <a:ext cx="6999655" cy="8614961"/>
            <a:chOff x="0" y="0"/>
            <a:chExt cx="9332874" cy="11486614"/>
          </a:xfrm>
        </p:grpSpPr>
        <p:grpSp>
          <p:nvGrpSpPr>
            <p:cNvPr id="367" name="Google Shape;367;p21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68" name="Google Shape;36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21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71" name="Google Shape;37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21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74" name="Google Shape;37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6" name="Google Shape;376;p21"/>
          <p:cNvGrpSpPr/>
          <p:nvPr/>
        </p:nvGrpSpPr>
        <p:grpSpPr>
          <a:xfrm>
            <a:off x="-3548742" y="8354719"/>
            <a:ext cx="6039488" cy="7433216"/>
            <a:chOff x="0" y="0"/>
            <a:chExt cx="8052650" cy="9910954"/>
          </a:xfrm>
        </p:grpSpPr>
        <p:grpSp>
          <p:nvGrpSpPr>
            <p:cNvPr id="377" name="Google Shape;377;p21"/>
            <p:cNvGrpSpPr/>
            <p:nvPr/>
          </p:nvGrpSpPr>
          <p:grpSpPr>
            <a:xfrm>
              <a:off x="0" y="0"/>
              <a:ext cx="8052650" cy="9910954"/>
              <a:chOff x="0" y="0"/>
              <a:chExt cx="660400" cy="812800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21"/>
            <p:cNvGrpSpPr/>
            <p:nvPr/>
          </p:nvGrpSpPr>
          <p:grpSpPr>
            <a:xfrm>
              <a:off x="470446" y="579010"/>
              <a:ext cx="7111758" cy="8752934"/>
              <a:chOff x="0" y="0"/>
              <a:chExt cx="660400" cy="812800"/>
            </a:xfrm>
          </p:grpSpPr>
          <p:sp>
            <p:nvSpPr>
              <p:cNvPr id="381" name="Google Shape;38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21"/>
            <p:cNvGrpSpPr/>
            <p:nvPr/>
          </p:nvGrpSpPr>
          <p:grpSpPr>
            <a:xfrm>
              <a:off x="934874" y="1150614"/>
              <a:ext cx="6182902" cy="7609726"/>
              <a:chOff x="0" y="0"/>
              <a:chExt cx="660400" cy="812800"/>
            </a:xfrm>
          </p:grpSpPr>
          <p:sp>
            <p:nvSpPr>
              <p:cNvPr id="384" name="Google Shape;38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21"/>
          <p:cNvGrpSpPr/>
          <p:nvPr/>
        </p:nvGrpSpPr>
        <p:grpSpPr>
          <a:xfrm rot="10800000">
            <a:off x="16840575" y="-3173902"/>
            <a:ext cx="3213824" cy="4274452"/>
            <a:chOff x="0" y="0"/>
            <a:chExt cx="5206586" cy="6408106"/>
          </a:xfrm>
        </p:grpSpPr>
        <p:grpSp>
          <p:nvGrpSpPr>
            <p:cNvPr id="387" name="Google Shape;387;p21"/>
            <p:cNvGrpSpPr/>
            <p:nvPr/>
          </p:nvGrpSpPr>
          <p:grpSpPr>
            <a:xfrm>
              <a:off x="0" y="0"/>
              <a:ext cx="5206586" cy="6408106"/>
              <a:chOff x="0" y="0"/>
              <a:chExt cx="660400" cy="812800"/>
            </a:xfrm>
          </p:grpSpPr>
          <p:sp>
            <p:nvSpPr>
              <p:cNvPr id="388" name="Google Shape;38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1"/>
            <p:cNvGrpSpPr/>
            <p:nvPr/>
          </p:nvGrpSpPr>
          <p:grpSpPr>
            <a:xfrm>
              <a:off x="304175" y="374370"/>
              <a:ext cx="4598236" cy="5659367"/>
              <a:chOff x="0" y="0"/>
              <a:chExt cx="660400" cy="812800"/>
            </a:xfrm>
          </p:grpSpPr>
          <p:sp>
            <p:nvSpPr>
              <p:cNvPr id="391" name="Google Shape;39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21"/>
            <p:cNvGrpSpPr/>
            <p:nvPr/>
          </p:nvGrpSpPr>
          <p:grpSpPr>
            <a:xfrm>
              <a:off x="604460" y="743950"/>
              <a:ext cx="3997667" cy="4920205"/>
              <a:chOff x="0" y="0"/>
              <a:chExt cx="660400" cy="812800"/>
            </a:xfrm>
          </p:grpSpPr>
          <p:sp>
            <p:nvSpPr>
              <p:cNvPr id="394" name="Google Shape;39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6" name="Google Shape;396;p21"/>
          <p:cNvGrpSpPr/>
          <p:nvPr/>
        </p:nvGrpSpPr>
        <p:grpSpPr>
          <a:xfrm>
            <a:off x="843542" y="125442"/>
            <a:ext cx="406823" cy="408647"/>
            <a:chOff x="1813" y="0"/>
            <a:chExt cx="809173" cy="812800"/>
          </a:xfrm>
        </p:grpSpPr>
        <p:sp>
          <p:nvSpPr>
            <p:cNvPr id="397" name="Google Shape;397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1"/>
          <p:cNvGrpSpPr/>
          <p:nvPr/>
        </p:nvGrpSpPr>
        <p:grpSpPr>
          <a:xfrm>
            <a:off x="1407216" y="125442"/>
            <a:ext cx="406823" cy="408647"/>
            <a:chOff x="1813" y="0"/>
            <a:chExt cx="809173" cy="812800"/>
          </a:xfrm>
        </p:grpSpPr>
        <p:sp>
          <p:nvSpPr>
            <p:cNvPr id="400" name="Google Shape;400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1968264" y="125442"/>
            <a:ext cx="406823" cy="408647"/>
            <a:chOff x="1813" y="0"/>
            <a:chExt cx="809173" cy="812800"/>
          </a:xfrm>
        </p:grpSpPr>
        <p:sp>
          <p:nvSpPr>
            <p:cNvPr id="403" name="Google Shape;403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1" descr="A diagram of a dialog system&#10;&#10;AI-generated content may be incorrect.">
            <a:extLst>
              <a:ext uri="{FF2B5EF4-FFF2-40B4-BE49-F238E27FC236}">
                <a16:creationId xmlns:a16="http://schemas.microsoft.com/office/drawing/2014/main" id="{B7CD7083-3834-8EFB-FA7C-936184F4A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736" y="1299471"/>
            <a:ext cx="8161817" cy="5889816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A1130B25-304E-A5EB-B926-AC59D5A4BDF4}"/>
              </a:ext>
            </a:extLst>
          </p:cNvPr>
          <p:cNvSpPr txBox="1"/>
          <p:nvPr/>
        </p:nvSpPr>
        <p:spPr>
          <a:xfrm>
            <a:off x="239232" y="5409314"/>
            <a:ext cx="9144000" cy="25699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i="0" u="none" strike="noStrike" baseline="0">
                <a:solidFill>
                  <a:schemeClr val="tx1"/>
                </a:solidFill>
                <a:latin typeface="Roboto"/>
              </a:rPr>
              <a:t>Basic </a:t>
            </a:r>
            <a:r>
              <a:rPr lang="en-US" sz="2600" b="1" i="0" u="none" strike="noStrike" baseline="0">
                <a:solidFill>
                  <a:schemeClr val="tx1"/>
                </a:solidFill>
                <a:ea typeface="Roboto"/>
              </a:rPr>
              <a:t>Dialogue</a:t>
            </a:r>
            <a:r>
              <a:rPr lang="en-US" sz="2600" b="1" i="0" u="none" strike="noStrike" baseline="0">
                <a:solidFill>
                  <a:schemeClr val="tx1"/>
                </a:solidFill>
                <a:latin typeface="Roboto"/>
              </a:rPr>
              <a:t> System Types</a:t>
            </a:r>
            <a:r>
              <a:rPr sz="2600" b="0" i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​</a:t>
            </a:r>
            <a:endParaRPr lang="ro-RO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ro-RO" sz="2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Task-oriented:</a:t>
            </a:r>
            <a:r>
              <a:rPr lang="ro-RO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focused on certain tasks (e.g. booking restaurants/flights, smart home...)</a:t>
            </a: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ro-RO" sz="2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Non-task-oriented: </a:t>
            </a:r>
            <a:r>
              <a:rPr lang="ro-RO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entertainment, social interactions</a:t>
            </a:r>
          </a:p>
          <a:p>
            <a:pPr algn="ctr"/>
            <a:endParaRPr lang="ro-RO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D40A1BF2-58AF-F948-0353-14F2F7443EA3}"/>
              </a:ext>
            </a:extLst>
          </p:cNvPr>
          <p:cNvSpPr txBox="1"/>
          <p:nvPr/>
        </p:nvSpPr>
        <p:spPr>
          <a:xfrm>
            <a:off x="2908278" y="8711388"/>
            <a:ext cx="4097113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600" b="1">
                <a:latin typeface="Roboto"/>
                <a:ea typeface="Roboto"/>
                <a:cs typeface="Roboto"/>
              </a:rPr>
              <a:t>Traditional DS Pipeline</a:t>
            </a:r>
            <a:endParaRPr lang="ro-RO" b="1">
              <a:ea typeface="Roboto"/>
            </a:endParaRPr>
          </a:p>
          <a:p>
            <a:endParaRPr lang="ro-RO" sz="2600" b="1">
              <a:latin typeface="Roboto"/>
              <a:ea typeface="Roboto"/>
              <a:cs typeface="Roboto"/>
            </a:endParaRPr>
          </a:p>
          <a:p>
            <a:endParaRPr lang="ro-RO" sz="2600" b="1">
              <a:latin typeface="Roboto"/>
              <a:ea typeface="Roboto"/>
              <a:cs typeface="Roboto"/>
            </a:endParaRP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0298031F-D01B-4C1B-62E6-81F295E39739}"/>
              </a:ext>
            </a:extLst>
          </p:cNvPr>
          <p:cNvSpPr txBox="1"/>
          <p:nvPr/>
        </p:nvSpPr>
        <p:spPr>
          <a:xfrm>
            <a:off x="7004198" y="8200360"/>
            <a:ext cx="9144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i="0" u="none" strike="noStrike" baseline="0">
                <a:solidFill>
                  <a:srgbClr val="F3F6FA"/>
                </a:solidFill>
                <a:latin typeface="Roboto"/>
              </a:rPr>
              <a:t>Basic Dialogue </a:t>
            </a:r>
            <a:r>
              <a:rPr lang="en-US" sz="2600" b="1">
                <a:solidFill>
                  <a:srgbClr val="F3F6FA"/>
                </a:solidFill>
                <a:latin typeface="Roboto"/>
              </a:rPr>
              <a:t>System</a:t>
            </a:r>
            <a:r>
              <a:rPr lang="en-US" sz="2600" b="1" i="0" u="none" strike="noStrike" baseline="0">
                <a:solidFill>
                  <a:srgbClr val="F3F6FA"/>
                </a:solidFill>
                <a:latin typeface="Roboto"/>
              </a:rPr>
              <a:t> Types</a:t>
            </a:r>
            <a:r>
              <a:rPr sz="2600" b="0" i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​</a:t>
            </a:r>
            <a:endParaRPr lang="ro-RO"/>
          </a:p>
          <a:p>
            <a:pPr algn="ctr"/>
            <a:endParaRPr lang="ro-RO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CB8C905D-3CA5-9FAD-674F-6BC93022EB53}"/>
              </a:ext>
            </a:extLst>
          </p:cNvPr>
          <p:cNvSpPr txBox="1"/>
          <p:nvPr/>
        </p:nvSpPr>
        <p:spPr>
          <a:xfrm>
            <a:off x="8035342" y="8059257"/>
            <a:ext cx="6433057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Char char="•"/>
            </a:pPr>
            <a:r>
              <a:rPr lang="ro-RO" sz="2600" b="1">
                <a:latin typeface="Roboto"/>
                <a:ea typeface="Roboto"/>
                <a:cs typeface="Roboto"/>
              </a:rPr>
              <a:t>voice -&gt; text</a:t>
            </a:r>
          </a:p>
          <a:p>
            <a:pPr marL="457200" indent="-457200">
              <a:buChar char="•"/>
            </a:pPr>
            <a:r>
              <a:rPr lang="ro-RO" sz="2600" b="1">
                <a:latin typeface="Roboto"/>
                <a:ea typeface="Roboto"/>
                <a:cs typeface="Roboto"/>
              </a:rPr>
              <a:t>text -&gt; meaning</a:t>
            </a:r>
          </a:p>
          <a:p>
            <a:pPr marL="457200" indent="-457200">
              <a:buChar char="•"/>
            </a:pPr>
            <a:r>
              <a:rPr lang="ro-RO" sz="2600" b="1">
                <a:latin typeface="Roboto"/>
                <a:ea typeface="Roboto"/>
                <a:cs typeface="Roboto"/>
              </a:rPr>
              <a:t>meaning -&gt; reaction</a:t>
            </a:r>
          </a:p>
          <a:p>
            <a:pPr marL="457200" indent="-457200">
              <a:buChar char="•"/>
            </a:pPr>
            <a:r>
              <a:rPr lang="ro-RO" sz="2600" b="1">
                <a:latin typeface="Roboto"/>
                <a:ea typeface="Roboto"/>
                <a:cs typeface="Roboto"/>
              </a:rPr>
              <a:t>reaction -&gt; text</a:t>
            </a:r>
          </a:p>
          <a:p>
            <a:pPr marL="457200" indent="-457200">
              <a:buChar char="•"/>
            </a:pPr>
            <a:r>
              <a:rPr lang="ro-RO" sz="2600" b="1">
                <a:latin typeface="Roboto"/>
                <a:ea typeface="Roboto"/>
                <a:cs typeface="Roboto"/>
              </a:rPr>
              <a:t>text -&gt; voice</a:t>
            </a:r>
          </a:p>
        </p:txBody>
      </p:sp>
      <p:sp>
        <p:nvSpPr>
          <p:cNvPr id="13" name="Săgeată: dreapta 12">
            <a:extLst>
              <a:ext uri="{FF2B5EF4-FFF2-40B4-BE49-F238E27FC236}">
                <a16:creationId xmlns:a16="http://schemas.microsoft.com/office/drawing/2014/main" id="{704063D6-BEE6-10B0-9AA6-C420972B3B66}"/>
              </a:ext>
            </a:extLst>
          </p:cNvPr>
          <p:cNvSpPr/>
          <p:nvPr/>
        </p:nvSpPr>
        <p:spPr>
          <a:xfrm>
            <a:off x="6818699" y="87061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480A81DA-E132-7DF5-B69A-6E1A70E21AAB}"/>
              </a:ext>
            </a:extLst>
          </p:cNvPr>
          <p:cNvSpPr txBox="1"/>
          <p:nvPr/>
        </p:nvSpPr>
        <p:spPr>
          <a:xfrm>
            <a:off x="15498789" y="9885676"/>
            <a:ext cx="2679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000">
                <a:latin typeface="Roboto"/>
                <a:ea typeface="Roboto"/>
                <a:cs typeface="Roboto"/>
              </a:rPr>
              <a:t>Ciobanu Sergiu-Tudor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2" grpId="0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20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325" name="Google Shape;325;p20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20"/>
          <p:cNvSpPr txBox="1"/>
          <p:nvPr/>
        </p:nvSpPr>
        <p:spPr>
          <a:xfrm>
            <a:off x="1325053" y="3855720"/>
            <a:ext cx="9802153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• </a:t>
            </a:r>
            <a:r>
              <a:rPr lang="en-US" sz="2400" b="1">
                <a:solidFill>
                  <a:srgbClr val="F3F6FA"/>
                </a:solidFill>
              </a:rPr>
              <a:t>words</a:t>
            </a:r>
            <a:r>
              <a:rPr lang="en-US" sz="2400">
                <a:solidFill>
                  <a:srgbClr val="F3F6FA"/>
                </a:solidFill>
              </a:rPr>
              <a:t> -&gt; </a:t>
            </a:r>
            <a:r>
              <a:rPr lang="en-US" sz="2400" b="1">
                <a:solidFill>
                  <a:srgbClr val="F3F6FA"/>
                </a:solidFill>
              </a:rPr>
              <a:t>meaning</a:t>
            </a:r>
            <a:r>
              <a:rPr lang="en-US" sz="2400">
                <a:solidFill>
                  <a:srgbClr val="F3F6FA"/>
                </a:solidFill>
              </a:rPr>
              <a:t>: Extracting </a:t>
            </a:r>
            <a:r>
              <a:rPr lang="en-US" sz="2400" b="1">
                <a:solidFill>
                  <a:srgbClr val="F3F6FA"/>
                </a:solidFill>
              </a:rPr>
              <a:t>meaning</a:t>
            </a:r>
            <a:r>
              <a:rPr lang="en-US" sz="2400">
                <a:solidFill>
                  <a:srgbClr val="F3F6FA"/>
                </a:solidFill>
              </a:rPr>
              <a:t> from the user </a:t>
            </a:r>
            <a:r>
              <a:rPr lang="en-US" sz="2400" b="1">
                <a:solidFill>
                  <a:srgbClr val="F3F6FA"/>
                </a:solidFill>
              </a:rPr>
              <a:t>utterance</a:t>
            </a:r>
            <a:endParaRPr lang="ro-RO" b="1"/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• converting into a </a:t>
            </a:r>
            <a:r>
              <a:rPr lang="en-US" sz="2400" b="1">
                <a:solidFill>
                  <a:srgbClr val="F3F6FA"/>
                </a:solidFill>
              </a:rPr>
              <a:t>structured semantic representation</a:t>
            </a:r>
            <a:endParaRPr lang="en-US" b="1"/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  • earlier: syntax trees, predicate logic, graphs</a:t>
            </a:r>
            <a:endParaRPr lang="en-US"/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  • </a:t>
            </a:r>
            <a:r>
              <a:rPr lang="en-US" sz="2400" b="1">
                <a:solidFill>
                  <a:srgbClr val="F3F6FA"/>
                </a:solidFill>
              </a:rPr>
              <a:t>Dialogue Acts:</a:t>
            </a:r>
            <a:r>
              <a:rPr lang="en-US" sz="2400">
                <a:solidFill>
                  <a:srgbClr val="F3F6FA"/>
                </a:solidFill>
              </a:rPr>
              <a:t> intent + slots &amp; values  </a:t>
            </a:r>
          </a:p>
          <a:p>
            <a:pPr algn="ctr">
              <a:lnSpc>
                <a:spcPct val="140004"/>
              </a:lnSpc>
            </a:pPr>
            <a:endParaRPr lang="en-US" sz="2400">
              <a:solidFill>
                <a:srgbClr val="F3F6FA"/>
              </a:solidFill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1530611" y="1027578"/>
            <a:ext cx="12499896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600">
                <a:solidFill>
                  <a:srgbClr val="F3F6FA"/>
                </a:solidFill>
                <a:latin typeface="Playfair Display Black"/>
                <a:sym typeface="Playfair Display Black"/>
              </a:rPr>
              <a:t>Natural Language Understanding</a:t>
            </a:r>
            <a:endParaRPr lang="ro-RO" sz="6600"/>
          </a:p>
        </p:txBody>
      </p:sp>
      <p:grpSp>
        <p:nvGrpSpPr>
          <p:cNvPr id="329" name="Google Shape;329;p20"/>
          <p:cNvGrpSpPr/>
          <p:nvPr/>
        </p:nvGrpSpPr>
        <p:grpSpPr>
          <a:xfrm>
            <a:off x="-3233490" y="5979520"/>
            <a:ext cx="6999655" cy="8614961"/>
            <a:chOff x="0" y="0"/>
            <a:chExt cx="9332874" cy="11486614"/>
          </a:xfrm>
        </p:grpSpPr>
        <p:grpSp>
          <p:nvGrpSpPr>
            <p:cNvPr id="330" name="Google Shape;330;p20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31" name="Google Shape;331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20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34" name="Google Shape;334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20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37" name="Google Shape;337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20"/>
          <p:cNvGrpSpPr/>
          <p:nvPr/>
        </p:nvGrpSpPr>
        <p:grpSpPr>
          <a:xfrm rot="10800000">
            <a:off x="13557529" y="-3278780"/>
            <a:ext cx="6999655" cy="8614961"/>
            <a:chOff x="0" y="0"/>
            <a:chExt cx="9332874" cy="11486614"/>
          </a:xfrm>
        </p:grpSpPr>
        <p:grpSp>
          <p:nvGrpSpPr>
            <p:cNvPr id="340" name="Google Shape;340;p20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41" name="Google Shape;341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20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44" name="Google Shape;344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20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47" name="Google Shape;347;p20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0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9" name="Google Shape;349;p20"/>
          <p:cNvCxnSpPr/>
          <p:nvPr/>
        </p:nvCxnSpPr>
        <p:spPr>
          <a:xfrm>
            <a:off x="4272417" y="3541384"/>
            <a:ext cx="9799801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50" name="Google Shape;350;p20"/>
          <p:cNvGrpSpPr/>
          <p:nvPr/>
        </p:nvGrpSpPr>
        <p:grpSpPr>
          <a:xfrm>
            <a:off x="15226010" y="2079760"/>
            <a:ext cx="406823" cy="408647"/>
            <a:chOff x="1813" y="0"/>
            <a:chExt cx="809173" cy="812800"/>
          </a:xfrm>
        </p:grpSpPr>
        <p:sp>
          <p:nvSpPr>
            <p:cNvPr id="351" name="Google Shape;351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0"/>
          <p:cNvGrpSpPr/>
          <p:nvPr/>
        </p:nvGrpSpPr>
        <p:grpSpPr>
          <a:xfrm>
            <a:off x="15789684" y="2079760"/>
            <a:ext cx="406823" cy="408647"/>
            <a:chOff x="1813" y="0"/>
            <a:chExt cx="809173" cy="812800"/>
          </a:xfrm>
        </p:grpSpPr>
        <p:sp>
          <p:nvSpPr>
            <p:cNvPr id="354" name="Google Shape;354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0"/>
          <p:cNvGrpSpPr/>
          <p:nvPr/>
        </p:nvGrpSpPr>
        <p:grpSpPr>
          <a:xfrm>
            <a:off x="16350731" y="2079760"/>
            <a:ext cx="406823" cy="408647"/>
            <a:chOff x="1813" y="0"/>
            <a:chExt cx="809173" cy="812800"/>
          </a:xfrm>
        </p:grpSpPr>
        <p:sp>
          <p:nvSpPr>
            <p:cNvPr id="357" name="Google Shape;357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CasetăText 1">
            <a:extLst>
              <a:ext uri="{FF2B5EF4-FFF2-40B4-BE49-F238E27FC236}">
                <a16:creationId xmlns:a16="http://schemas.microsoft.com/office/drawing/2014/main" id="{18135C8D-0E9D-8CA6-53DB-D41E65ED3179}"/>
              </a:ext>
            </a:extLst>
          </p:cNvPr>
          <p:cNvSpPr txBox="1"/>
          <p:nvPr/>
        </p:nvSpPr>
        <p:spPr>
          <a:xfrm>
            <a:off x="3325601" y="3493078"/>
            <a:ext cx="8421669" cy="35409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o-RO"/>
          </a:p>
        </p:txBody>
      </p:sp>
      <p:sp>
        <p:nvSpPr>
          <p:cNvPr id="3" name="Google Shape;327;p20">
            <a:extLst>
              <a:ext uri="{FF2B5EF4-FFF2-40B4-BE49-F238E27FC236}">
                <a16:creationId xmlns:a16="http://schemas.microsoft.com/office/drawing/2014/main" id="{FEE73A95-AA16-EB6A-2619-F86030CD41E5}"/>
              </a:ext>
            </a:extLst>
          </p:cNvPr>
          <p:cNvSpPr txBox="1"/>
          <p:nvPr/>
        </p:nvSpPr>
        <p:spPr>
          <a:xfrm>
            <a:off x="3777196" y="6439212"/>
            <a:ext cx="6584820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4"/>
              </a:lnSpc>
            </a:pPr>
            <a:r>
              <a:rPr lang="en-US" sz="2400" b="1">
                <a:solidFill>
                  <a:srgbClr val="F3F6FA"/>
                </a:solidFill>
              </a:rPr>
              <a:t>NLU as Classification</a:t>
            </a:r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• </a:t>
            </a:r>
            <a:r>
              <a:rPr lang="en-US" sz="2400" b="1">
                <a:solidFill>
                  <a:srgbClr val="F3F6FA"/>
                </a:solidFill>
              </a:rPr>
              <a:t> set of semantic concepts </a:t>
            </a:r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• binary classification: is concept Y contained in utterance X?</a:t>
            </a:r>
            <a:endParaRPr lang="en-US" sz="2400" b="1">
              <a:solidFill>
                <a:srgbClr val="F3F6FA"/>
              </a:solidFill>
            </a:endParaRPr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  • independent for each concept </a:t>
            </a:r>
            <a:endParaRPr lang="en-US"/>
          </a:p>
          <a:p>
            <a:pPr algn="ctr">
              <a:lnSpc>
                <a:spcPct val="140004"/>
              </a:lnSpc>
            </a:pPr>
            <a:endParaRPr lang="en-US" sz="2400">
              <a:solidFill>
                <a:srgbClr val="F3F6FA"/>
              </a:solidFill>
            </a:endParaRPr>
          </a:p>
        </p:txBody>
      </p:sp>
      <p:sp>
        <p:nvSpPr>
          <p:cNvPr id="5" name="Google Shape;327;p20">
            <a:extLst>
              <a:ext uri="{FF2B5EF4-FFF2-40B4-BE49-F238E27FC236}">
                <a16:creationId xmlns:a16="http://schemas.microsoft.com/office/drawing/2014/main" id="{82B2B491-B06C-B492-A8E9-A5FEC5E9DD7F}"/>
              </a:ext>
            </a:extLst>
          </p:cNvPr>
          <p:cNvSpPr txBox="1"/>
          <p:nvPr/>
        </p:nvSpPr>
        <p:spPr>
          <a:xfrm>
            <a:off x="10868028" y="6439211"/>
            <a:ext cx="709281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4"/>
              </a:lnSpc>
            </a:pPr>
            <a:r>
              <a:rPr lang="en-US" sz="2400" b="1">
                <a:solidFill>
                  <a:srgbClr val="F3F6FA"/>
                </a:solidFill>
              </a:rPr>
              <a:t>NLU as Sequence Tagging</a:t>
            </a:r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• </a:t>
            </a:r>
            <a:r>
              <a:rPr lang="en-US" sz="2400" b="1" dirty="0">
                <a:solidFill>
                  <a:srgbClr val="F3F6FA"/>
                </a:solidFill>
              </a:rPr>
              <a:t> </a:t>
            </a:r>
            <a:r>
              <a:rPr lang="en-US" sz="2400">
                <a:solidFill>
                  <a:srgbClr val="F3F6FA"/>
                </a:solidFill>
              </a:rPr>
              <a:t>get slot values directly: each word classified</a:t>
            </a:r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• classes = slots &amp; IOB format</a:t>
            </a:r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  • independent for each concept </a:t>
            </a:r>
            <a:endParaRPr lang="en-US"/>
          </a:p>
          <a:p>
            <a:pPr algn="ctr">
              <a:lnSpc>
                <a:spcPct val="140004"/>
              </a:lnSpc>
            </a:pPr>
            <a:endParaRPr lang="en-US" sz="2400">
              <a:solidFill>
                <a:srgbClr val="F3F6FA"/>
              </a:solidFill>
            </a:endParaRP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38F0051A-2243-FF02-7DA0-F2EA1215467A}"/>
              </a:ext>
            </a:extLst>
          </p:cNvPr>
          <p:cNvSpPr txBox="1"/>
          <p:nvPr/>
        </p:nvSpPr>
        <p:spPr>
          <a:xfrm>
            <a:off x="15604172" y="9755974"/>
            <a:ext cx="2679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000">
                <a:latin typeface="Roboto"/>
                <a:ea typeface="Roboto"/>
                <a:cs typeface="Roboto"/>
              </a:rPr>
              <a:t>Ciobanu Sergiu-Tudor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9"/>
          <p:cNvGrpSpPr/>
          <p:nvPr/>
        </p:nvGrpSpPr>
        <p:grpSpPr>
          <a:xfrm>
            <a:off x="375731" y="1803725"/>
            <a:ext cx="14306953" cy="2509555"/>
            <a:chOff x="-1138177" y="0"/>
            <a:chExt cx="18932163" cy="3317319"/>
          </a:xfrm>
        </p:grpSpPr>
        <p:sp>
          <p:nvSpPr>
            <p:cNvPr id="288" name="Google Shape;288;p19"/>
            <p:cNvSpPr txBox="1"/>
            <p:nvPr/>
          </p:nvSpPr>
          <p:spPr>
            <a:xfrm>
              <a:off x="-1138177" y="0"/>
              <a:ext cx="18932163" cy="1083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4400">
                  <a:solidFill>
                    <a:srgbClr val="0B1320"/>
                  </a:solidFill>
                  <a:latin typeface="Playfair Display Black"/>
                </a:rPr>
                <a:t>Intent Classification and Slot Tagging</a:t>
              </a:r>
              <a:endParaRPr lang="en-US" sz="4400">
                <a:latin typeface="Playfair Display Black"/>
              </a:endParaRPr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0" y="2383730"/>
              <a:ext cx="12276721" cy="933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3500">
                <a:solidFill>
                  <a:srgbClr val="0B1320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290" name="Google Shape;290;p19"/>
          <p:cNvGrpSpPr/>
          <p:nvPr/>
        </p:nvGrpSpPr>
        <p:grpSpPr>
          <a:xfrm>
            <a:off x="-3126810" y="7168240"/>
            <a:ext cx="6999655" cy="8614961"/>
            <a:chOff x="0" y="0"/>
            <a:chExt cx="9332874" cy="11486614"/>
          </a:xfrm>
        </p:grpSpPr>
        <p:grpSp>
          <p:nvGrpSpPr>
            <p:cNvPr id="291" name="Google Shape;291;p19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9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295" name="Google Shape;29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19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298" name="Google Shape;29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0" name="Google Shape;300;p19"/>
          <p:cNvGrpSpPr/>
          <p:nvPr/>
        </p:nvGrpSpPr>
        <p:grpSpPr>
          <a:xfrm>
            <a:off x="16209246" y="7963899"/>
            <a:ext cx="4157508" cy="5116933"/>
            <a:chOff x="0" y="0"/>
            <a:chExt cx="5543344" cy="6822577"/>
          </a:xfrm>
        </p:grpSpPr>
        <p:grpSp>
          <p:nvGrpSpPr>
            <p:cNvPr id="301" name="Google Shape;301;p19"/>
            <p:cNvGrpSpPr/>
            <p:nvPr/>
          </p:nvGrpSpPr>
          <p:grpSpPr>
            <a:xfrm>
              <a:off x="0" y="0"/>
              <a:ext cx="5543344" cy="6822577"/>
              <a:chOff x="0" y="0"/>
              <a:chExt cx="660400" cy="812800"/>
            </a:xfrm>
          </p:grpSpPr>
          <p:sp>
            <p:nvSpPr>
              <p:cNvPr id="302" name="Google Shape;30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4" name="Google Shape;304;p19"/>
            <p:cNvGrpSpPr/>
            <p:nvPr/>
          </p:nvGrpSpPr>
          <p:grpSpPr>
            <a:xfrm>
              <a:off x="323849" y="398583"/>
              <a:ext cx="4895646" cy="6025410"/>
              <a:chOff x="0" y="0"/>
              <a:chExt cx="660400" cy="812800"/>
            </a:xfrm>
          </p:grpSpPr>
          <p:sp>
            <p:nvSpPr>
              <p:cNvPr id="305" name="Google Shape;30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9"/>
            <p:cNvGrpSpPr/>
            <p:nvPr/>
          </p:nvGrpSpPr>
          <p:grpSpPr>
            <a:xfrm>
              <a:off x="643556" y="792068"/>
              <a:ext cx="4256232" cy="5238440"/>
              <a:chOff x="0" y="0"/>
              <a:chExt cx="660400" cy="812800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0" name="Google Shape;310;p19"/>
          <p:cNvGrpSpPr/>
          <p:nvPr/>
        </p:nvGrpSpPr>
        <p:grpSpPr>
          <a:xfrm>
            <a:off x="9139471" y="-3076710"/>
            <a:ext cx="4304048" cy="5297290"/>
            <a:chOff x="0" y="0"/>
            <a:chExt cx="5738731" cy="7063053"/>
          </a:xfrm>
        </p:grpSpPr>
        <p:grpSp>
          <p:nvGrpSpPr>
            <p:cNvPr id="311" name="Google Shape;311;p19"/>
            <p:cNvGrpSpPr/>
            <p:nvPr/>
          </p:nvGrpSpPr>
          <p:grpSpPr>
            <a:xfrm rot="10800000">
              <a:off x="0" y="0"/>
              <a:ext cx="5738731" cy="7063053"/>
              <a:chOff x="0" y="0"/>
              <a:chExt cx="660400" cy="812800"/>
            </a:xfrm>
          </p:grpSpPr>
          <p:sp>
            <p:nvSpPr>
              <p:cNvPr id="312" name="Google Shape;31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4" name="Google Shape;314;p19"/>
            <p:cNvGrpSpPr/>
            <p:nvPr/>
          </p:nvGrpSpPr>
          <p:grpSpPr>
            <a:xfrm rot="10800000">
              <a:off x="335264" y="412632"/>
              <a:ext cx="5068203" cy="6237789"/>
              <a:chOff x="0" y="0"/>
              <a:chExt cx="660400" cy="812800"/>
            </a:xfrm>
          </p:grpSpPr>
          <p:sp>
            <p:nvSpPr>
              <p:cNvPr id="315" name="Google Shape;31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" name="Google Shape;317;p19"/>
            <p:cNvGrpSpPr/>
            <p:nvPr/>
          </p:nvGrpSpPr>
          <p:grpSpPr>
            <a:xfrm rot="10800000">
              <a:off x="666239" y="819987"/>
              <a:ext cx="4406253" cy="5423080"/>
              <a:chOff x="0" y="0"/>
              <a:chExt cx="660400" cy="812800"/>
            </a:xfrm>
          </p:grpSpPr>
          <p:sp>
            <p:nvSpPr>
              <p:cNvPr id="318" name="Google Shape;31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BF01B4A-13A7-A5F1-E373-3944B9CABFD0}"/>
              </a:ext>
            </a:extLst>
          </p:cNvPr>
          <p:cNvSpPr txBox="1"/>
          <p:nvPr/>
        </p:nvSpPr>
        <p:spPr>
          <a:xfrm>
            <a:off x="640466" y="2990030"/>
            <a:ext cx="9162133" cy="49705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Char char="•"/>
            </a:pPr>
            <a:r>
              <a:rPr lang="en-GB" sz="2600" b="1">
                <a:latin typeface="Roboto"/>
                <a:ea typeface="Roboto"/>
                <a:cs typeface="Roboto"/>
              </a:rPr>
              <a:t>Goal:</a:t>
            </a:r>
            <a:r>
              <a:rPr lang="en-GB" sz="2600">
                <a:latin typeface="Roboto"/>
                <a:ea typeface="Roboto"/>
                <a:cs typeface="Roboto"/>
              </a:rPr>
              <a:t> Turning raw text into a structured Dialogue Act.</a:t>
            </a:r>
            <a:endParaRPr lang="en-US" sz="2600">
              <a:latin typeface="Roboto"/>
              <a:ea typeface="Roboto"/>
              <a:cs typeface="Roboto"/>
            </a:endParaRP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en-GB" sz="2600" b="1">
                <a:latin typeface="Roboto"/>
                <a:ea typeface="Roboto"/>
                <a:cs typeface="Roboto"/>
              </a:rPr>
              <a:t>Method:</a:t>
            </a:r>
            <a:r>
              <a:rPr lang="en-GB" sz="2600">
                <a:latin typeface="Roboto"/>
                <a:ea typeface="Roboto"/>
                <a:cs typeface="Roboto"/>
              </a:rPr>
              <a:t> Intent (Global Goal) + Slots (Specific Details)</a:t>
            </a:r>
            <a:endParaRPr lang="en-GB" sz="2600" dirty="0">
              <a:latin typeface="Roboto"/>
              <a:ea typeface="Roboto"/>
              <a:cs typeface="Roboto"/>
            </a:endParaRP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en-GB" sz="2600" b="1">
                <a:latin typeface="Roboto"/>
                <a:ea typeface="Roboto"/>
                <a:cs typeface="Roboto"/>
              </a:rPr>
              <a:t>Tech:</a:t>
            </a:r>
            <a:r>
              <a:rPr lang="en-GB" sz="2600">
                <a:latin typeface="Roboto"/>
                <a:ea typeface="Roboto"/>
                <a:cs typeface="Roboto"/>
              </a:rPr>
              <a:t> Attention helps the model focus on key words</a:t>
            </a:r>
            <a:endParaRPr lang="en-GB" sz="2600" dirty="0">
              <a:latin typeface="Roboto"/>
              <a:ea typeface="Roboto"/>
              <a:cs typeface="Roboto"/>
            </a:endParaRP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en-GB" sz="2600" b="1" dirty="0">
                <a:latin typeface="Roboto"/>
                <a:ea typeface="Roboto"/>
                <a:cs typeface="Roboto"/>
              </a:rPr>
              <a:t>The Flaw:</a:t>
            </a:r>
            <a:r>
              <a:rPr lang="en-GB" sz="2600" dirty="0">
                <a:latin typeface="Roboto"/>
                <a:ea typeface="Roboto"/>
                <a:cs typeface="Roboto"/>
              </a:rPr>
              <a:t> Rigidity and OOV (Fails when it sees new words)</a:t>
            </a: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en-GB" sz="2600" b="1">
                <a:latin typeface="Roboto"/>
                <a:ea typeface="Roboto"/>
                <a:cs typeface="Roboto"/>
              </a:rPr>
              <a:t>Old Fix:</a:t>
            </a:r>
            <a:r>
              <a:rPr lang="en-GB" sz="2600">
                <a:latin typeface="Roboto"/>
                <a:ea typeface="Roboto"/>
                <a:cs typeface="Roboto"/>
              </a:rPr>
              <a:t> Delexicalization (Using placeholders like "location")</a:t>
            </a:r>
          </a:p>
          <a:p>
            <a:pPr marL="228600" indent="-228600">
              <a:buFont typeface="Arial"/>
              <a:buChar char="•"/>
            </a:pPr>
            <a:endParaRPr lang="en-GB" sz="4400">
              <a:latin typeface="Playfair Display Black"/>
            </a:endParaRPr>
          </a:p>
        </p:txBody>
      </p:sp>
      <p:pic>
        <p:nvPicPr>
          <p:cNvPr id="11" name="Picture 10" descr="A diagram of a model&#10;&#10;AI-generated content may be incorrect.">
            <a:extLst>
              <a:ext uri="{FF2B5EF4-FFF2-40B4-BE49-F238E27FC236}">
                <a16:creationId xmlns:a16="http://schemas.microsoft.com/office/drawing/2014/main" id="{BA6B8898-50E9-92FF-0550-770688433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506" y="4322301"/>
            <a:ext cx="6493879" cy="4070189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AF20A20F-3F61-50B8-F374-97864D4D9442}"/>
              </a:ext>
            </a:extLst>
          </p:cNvPr>
          <p:cNvSpPr txBox="1"/>
          <p:nvPr/>
        </p:nvSpPr>
        <p:spPr>
          <a:xfrm>
            <a:off x="14436853" y="9885676"/>
            <a:ext cx="2679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000">
                <a:latin typeface="Roboto"/>
                <a:ea typeface="Roboto"/>
                <a:cs typeface="Roboto"/>
              </a:rPr>
              <a:t>Moga Patricia</a:t>
            </a:r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"/>
          <p:cNvSpPr txBox="1"/>
          <p:nvPr/>
        </p:nvSpPr>
        <p:spPr>
          <a:xfrm>
            <a:off x="-483326" y="-155058"/>
            <a:ext cx="16230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0">
                <a:solidFill>
                  <a:srgbClr val="0B1320"/>
                </a:solidFill>
                <a:latin typeface="Playfair Display Black"/>
                <a:sym typeface="Playfair Display Black"/>
              </a:rPr>
              <a:t>Sequence2Sequence</a:t>
            </a:r>
            <a:endParaRPr lang="en-US" sz="6000"/>
          </a:p>
        </p:txBody>
      </p:sp>
      <p:sp>
        <p:nvSpPr>
          <p:cNvPr id="604" name="Google Shape;604;p27"/>
          <p:cNvSpPr txBox="1"/>
          <p:nvPr/>
        </p:nvSpPr>
        <p:spPr>
          <a:xfrm>
            <a:off x="2041478" y="964535"/>
            <a:ext cx="17063365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har char="•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The Concept: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 Moving from labeling to "translating" input into semantic frames</a:t>
            </a:r>
            <a:endParaRPr lang="en-US">
              <a:latin typeface="Roboto"/>
              <a:ea typeface="Roboto"/>
              <a:cs typeface="Roboto"/>
            </a:endParaRPr>
          </a:p>
          <a:p>
            <a:pPr marL="285750" indent="-285750">
              <a:buChar char="•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The OOV Solution: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 Using a </a:t>
            </a: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Pointer-Generator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 to handle unknown words</a:t>
            </a:r>
            <a:endParaRPr lang="en-US">
              <a:latin typeface="Roboto"/>
              <a:ea typeface="Roboto"/>
              <a:cs typeface="Roboto"/>
            </a:endParaRPr>
          </a:p>
          <a:p>
            <a:pPr marL="285750" indent="-285750">
              <a:buChar char="•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The Hybrid Mechanism:</a:t>
            </a:r>
            <a:endParaRPr lang="en-US">
              <a:latin typeface="Roboto"/>
              <a:ea typeface="Roboto"/>
              <a:cs typeface="Roboto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Generate: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 Pick a word from the fixed vocabulary</a:t>
            </a:r>
            <a:endParaRPr lang="en-US">
              <a:latin typeface="Roboto"/>
              <a:ea typeface="Roboto"/>
              <a:cs typeface="Roboto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Copy: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 Point to and copy </a:t>
            </a:r>
            <a:r>
              <a:rPr lang="en-US" sz="3000" b="0" i="0" u="none" strike="noStrike" cap="none">
                <a:solidFill>
                  <a:srgbClr val="0B1320"/>
                </a:solidFill>
                <a:latin typeface="Roboto"/>
                <a:ea typeface="Roboto"/>
                <a:cs typeface="Roboto"/>
                <a:sym typeface="Arial"/>
              </a:rPr>
              <a:t>a 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word directly from the input</a:t>
            </a:r>
            <a:endParaRPr lang="en-US">
              <a:latin typeface="Roboto"/>
              <a:ea typeface="Roboto"/>
              <a:cs typeface="Roboto"/>
            </a:endParaRPr>
          </a:p>
          <a:p>
            <a:pPr marL="285750" indent="-285750">
              <a:buChar char="•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Technical Components:</a:t>
            </a:r>
            <a:endParaRPr lang="en-US">
              <a:latin typeface="Roboto"/>
              <a:ea typeface="Roboto"/>
              <a:cs typeface="Roboto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Encoder: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 Processes the input sequence</a:t>
            </a:r>
            <a:endParaRPr lang="en-US">
              <a:latin typeface="Roboto"/>
              <a:ea typeface="Roboto"/>
              <a:cs typeface="Roboto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Attention: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 Focuses on relevant parts of the text</a:t>
            </a:r>
            <a:endParaRPr lang="en-US">
              <a:latin typeface="Roboto"/>
              <a:ea typeface="Roboto"/>
              <a:cs typeface="Roboto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 sz="3000" b="1">
                <a:solidFill>
                  <a:srgbClr val="0B1320"/>
                </a:solidFill>
                <a:latin typeface="Roboto"/>
                <a:ea typeface="Roboto"/>
                <a:cs typeface="Roboto"/>
              </a:rPr>
              <a:t>The  Switch:</a:t>
            </a:r>
            <a:r>
              <a:rPr lang="en-US" sz="30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 A learnable variable that balances generating vs. copying.</a:t>
            </a:r>
            <a:endParaRPr lang="en-US">
              <a:latin typeface="Roboto"/>
              <a:ea typeface="Roboto"/>
              <a:cs typeface="Roboto"/>
            </a:endParaRPr>
          </a:p>
          <a:p>
            <a:pPr marL="0" marR="0" lvl="0" indent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>
              <a:solidFill>
                <a:srgbClr val="0B1320"/>
              </a:solidFill>
              <a:latin typeface="Playfair Display Black"/>
            </a:endParaRPr>
          </a:p>
        </p:txBody>
      </p:sp>
      <p:grpSp>
        <p:nvGrpSpPr>
          <p:cNvPr id="632" name="Google Shape;632;p27"/>
          <p:cNvGrpSpPr/>
          <p:nvPr/>
        </p:nvGrpSpPr>
        <p:grpSpPr>
          <a:xfrm rot="10800000">
            <a:off x="-3996916" y="-910903"/>
            <a:ext cx="5734716" cy="7058111"/>
            <a:chOff x="0" y="0"/>
            <a:chExt cx="7646287" cy="9410815"/>
          </a:xfrm>
        </p:grpSpPr>
        <p:grpSp>
          <p:nvGrpSpPr>
            <p:cNvPr id="633" name="Google Shape;633;p27"/>
            <p:cNvGrpSpPr/>
            <p:nvPr/>
          </p:nvGrpSpPr>
          <p:grpSpPr>
            <a:xfrm>
              <a:off x="0" y="0"/>
              <a:ext cx="7646287" cy="9410815"/>
              <a:chOff x="0" y="0"/>
              <a:chExt cx="660400" cy="812800"/>
            </a:xfrm>
          </p:grpSpPr>
          <p:sp>
            <p:nvSpPr>
              <p:cNvPr id="634" name="Google Shape;634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" name="Google Shape;636;p27"/>
            <p:cNvGrpSpPr/>
            <p:nvPr/>
          </p:nvGrpSpPr>
          <p:grpSpPr>
            <a:xfrm>
              <a:off x="446706" y="549792"/>
              <a:ext cx="6752876" cy="8311232"/>
              <a:chOff x="0" y="0"/>
              <a:chExt cx="660400" cy="812800"/>
            </a:xfrm>
          </p:grpSpPr>
          <p:sp>
            <p:nvSpPr>
              <p:cNvPr id="637" name="Google Shape;637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27"/>
            <p:cNvGrpSpPr/>
            <p:nvPr/>
          </p:nvGrpSpPr>
          <p:grpSpPr>
            <a:xfrm>
              <a:off x="887697" y="1092550"/>
              <a:ext cx="5870893" cy="7225714"/>
              <a:chOff x="0" y="0"/>
              <a:chExt cx="660400" cy="812800"/>
            </a:xfrm>
          </p:grpSpPr>
          <p:sp>
            <p:nvSpPr>
              <p:cNvPr id="640" name="Google Shape;640;p27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7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" name="Picture 1" descr="A diagram of a decoder&#10;&#10;AI-generated content may be incorrect.">
            <a:extLst>
              <a:ext uri="{FF2B5EF4-FFF2-40B4-BE49-F238E27FC236}">
                <a16:creationId xmlns:a16="http://schemas.microsoft.com/office/drawing/2014/main" id="{A9817E3A-0B61-1583-CA12-BE4D8C64B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47" y="5427093"/>
            <a:ext cx="7813980" cy="4717029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6803E1B1-6183-9885-CE50-56A86612403B}"/>
              </a:ext>
            </a:extLst>
          </p:cNvPr>
          <p:cNvSpPr txBox="1"/>
          <p:nvPr/>
        </p:nvSpPr>
        <p:spPr>
          <a:xfrm>
            <a:off x="16422917" y="9885676"/>
            <a:ext cx="2679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000">
                <a:latin typeface="Roboto"/>
                <a:ea typeface="Roboto"/>
                <a:cs typeface="Roboto"/>
              </a:rPr>
              <a:t>Moga Patricia</a:t>
            </a:r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" grpId="0"/>
      <p:bldP spid="6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2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410" name="Google Shape;410;p22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22"/>
          <p:cNvSpPr txBox="1"/>
          <p:nvPr/>
        </p:nvSpPr>
        <p:spPr>
          <a:xfrm>
            <a:off x="1357177" y="2046796"/>
            <a:ext cx="543760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err="1">
                <a:solidFill>
                  <a:srgbClr val="0B1320"/>
                </a:solidFill>
                <a:latin typeface="Playfair Display Black"/>
                <a:sym typeface="Playfair Display Black"/>
              </a:rPr>
              <a:t>JointBERT</a:t>
            </a:r>
            <a:endParaRPr lang="en-US" sz="6000" err="1">
              <a:solidFill>
                <a:srgbClr val="0B1320"/>
              </a:solidFill>
              <a:latin typeface="Playfair Display Black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2192978" y="3772942"/>
            <a:ext cx="12804764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0B1320"/>
                </a:solidFill>
                <a:ea typeface="Roboto"/>
              </a:rPr>
              <a:t> </a:t>
            </a:r>
            <a:r>
              <a:rPr lang="en-US" sz="36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• Joint Intent Classification and Slot Filling</a:t>
            </a:r>
            <a:endParaRPr lang="ro-RO">
              <a:latin typeface="Roboto"/>
              <a:ea typeface="Roboto"/>
              <a:cs typeface="Roboto"/>
            </a:endParaRPr>
          </a:p>
          <a:p>
            <a:pPr>
              <a:lnSpc>
                <a:spcPct val="140000"/>
              </a:lnSpc>
            </a:pPr>
            <a:r>
              <a:rPr lang="en-US" sz="360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• Hidden States for </a:t>
            </a:r>
            <a:r>
              <a:rPr lang="en-US" sz="3600" dirty="0">
                <a:solidFill>
                  <a:srgbClr val="0B1320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 lang="en-US" sz="3600">
              <a:solidFill>
                <a:srgbClr val="0B1320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40000"/>
              </a:lnSpc>
            </a:pPr>
            <a:r>
              <a:rPr lang="en-US" sz="36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• Minimizing Cross Entropy</a:t>
            </a:r>
          </a:p>
          <a:p>
            <a:pPr>
              <a:lnSpc>
                <a:spcPct val="140000"/>
              </a:lnSpc>
            </a:pPr>
            <a:r>
              <a:rPr lang="en-US" sz="3600">
                <a:solidFill>
                  <a:srgbClr val="0B1320"/>
                </a:solidFill>
                <a:latin typeface="Roboto"/>
                <a:ea typeface="Roboto"/>
                <a:cs typeface="Roboto"/>
              </a:rPr>
              <a:t>• Maximizing Cond. Probability</a:t>
            </a:r>
            <a:endParaRPr lang="en-US">
              <a:latin typeface="Roboto"/>
              <a:cs typeface="Roboto"/>
            </a:endParaRPr>
          </a:p>
        </p:txBody>
      </p:sp>
      <p:cxnSp>
        <p:nvCxnSpPr>
          <p:cNvPr id="414" name="Google Shape;414;p22"/>
          <p:cNvCxnSpPr/>
          <p:nvPr/>
        </p:nvCxnSpPr>
        <p:spPr>
          <a:xfrm>
            <a:off x="1766932" y="1886465"/>
            <a:ext cx="12719299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15" name="Google Shape;415;p22"/>
          <p:cNvGrpSpPr/>
          <p:nvPr/>
        </p:nvGrpSpPr>
        <p:grpSpPr>
          <a:xfrm>
            <a:off x="14988611" y="1682141"/>
            <a:ext cx="406823" cy="408647"/>
            <a:chOff x="1813" y="0"/>
            <a:chExt cx="809173" cy="812800"/>
          </a:xfrm>
        </p:grpSpPr>
        <p:sp>
          <p:nvSpPr>
            <p:cNvPr id="416" name="Google Shape;416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22"/>
          <p:cNvGrpSpPr/>
          <p:nvPr/>
        </p:nvGrpSpPr>
        <p:grpSpPr>
          <a:xfrm>
            <a:off x="15552286" y="1682141"/>
            <a:ext cx="406823" cy="408647"/>
            <a:chOff x="1813" y="0"/>
            <a:chExt cx="809173" cy="812800"/>
          </a:xfrm>
        </p:grpSpPr>
        <p:sp>
          <p:nvSpPr>
            <p:cNvPr id="419" name="Google Shape;419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22"/>
          <p:cNvGrpSpPr/>
          <p:nvPr/>
        </p:nvGrpSpPr>
        <p:grpSpPr>
          <a:xfrm>
            <a:off x="16113333" y="1682141"/>
            <a:ext cx="406823" cy="408647"/>
            <a:chOff x="1813" y="0"/>
            <a:chExt cx="809173" cy="812800"/>
          </a:xfrm>
        </p:grpSpPr>
        <p:sp>
          <p:nvSpPr>
            <p:cNvPr id="422" name="Google Shape;422;p2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22"/>
          <p:cNvGrpSpPr/>
          <p:nvPr/>
        </p:nvGrpSpPr>
        <p:grpSpPr>
          <a:xfrm>
            <a:off x="-3233490" y="5979520"/>
            <a:ext cx="6999655" cy="8614961"/>
            <a:chOff x="0" y="0"/>
            <a:chExt cx="9332874" cy="11486614"/>
          </a:xfrm>
        </p:grpSpPr>
        <p:grpSp>
          <p:nvGrpSpPr>
            <p:cNvPr id="425" name="Google Shape;425;p22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426" name="Google Shape;426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8" name="Google Shape;428;p22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429" name="Google Shape;429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22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432" name="Google Shape;432;p22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2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" name="Imagine 1" descr="O imagine care conține text, diagramă, captură de ecran, cerc&#10;&#10;Conținutul generat de inteligența artificială poate fi incorect.">
            <a:extLst>
              <a:ext uri="{FF2B5EF4-FFF2-40B4-BE49-F238E27FC236}">
                <a16:creationId xmlns:a16="http://schemas.microsoft.com/office/drawing/2014/main" id="{A6E84650-6F18-46B7-9701-957CB1BB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5174933"/>
            <a:ext cx="6568440" cy="3411855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52DCE1CB-40C3-6789-DF66-FD18FDAA9F7B}"/>
              </a:ext>
            </a:extLst>
          </p:cNvPr>
          <p:cNvSpPr txBox="1"/>
          <p:nvPr/>
        </p:nvSpPr>
        <p:spPr>
          <a:xfrm>
            <a:off x="15604173" y="9877569"/>
            <a:ext cx="2679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Ciobanu Sergiu-Tudor</a:t>
            </a:r>
            <a:endParaRPr lang="ro-RO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323">
          <a:extLst>
            <a:ext uri="{FF2B5EF4-FFF2-40B4-BE49-F238E27FC236}">
              <a16:creationId xmlns:a16="http://schemas.microsoft.com/office/drawing/2014/main" id="{C8A253BD-0438-201D-6E9B-0789321CB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20">
            <a:extLst>
              <a:ext uri="{FF2B5EF4-FFF2-40B4-BE49-F238E27FC236}">
                <a16:creationId xmlns:a16="http://schemas.microsoft.com/office/drawing/2014/main" id="{624AD9BE-D636-A28F-4D7A-5B1E547C95DF}"/>
              </a:ext>
            </a:extLst>
          </p:cNvPr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325" name="Google Shape;325;p20">
              <a:extLst>
                <a:ext uri="{FF2B5EF4-FFF2-40B4-BE49-F238E27FC236}">
                  <a16:creationId xmlns:a16="http://schemas.microsoft.com/office/drawing/2014/main" id="{6DEEEB22-77ED-AEDF-74EA-33FE3009CF77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0B13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0">
              <a:extLst>
                <a:ext uri="{FF2B5EF4-FFF2-40B4-BE49-F238E27FC236}">
                  <a16:creationId xmlns:a16="http://schemas.microsoft.com/office/drawing/2014/main" id="{0CEA3F13-E283-7C86-C0D3-E2B6EA48D2DF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20">
            <a:extLst>
              <a:ext uri="{FF2B5EF4-FFF2-40B4-BE49-F238E27FC236}">
                <a16:creationId xmlns:a16="http://schemas.microsoft.com/office/drawing/2014/main" id="{8F55684F-F2D5-CC7A-78B6-3A50B9445ECC}"/>
              </a:ext>
            </a:extLst>
          </p:cNvPr>
          <p:cNvSpPr txBox="1"/>
          <p:nvPr/>
        </p:nvSpPr>
        <p:spPr>
          <a:xfrm>
            <a:off x="1279333" y="2971800"/>
            <a:ext cx="12758713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4"/>
              </a:lnSpc>
            </a:pPr>
            <a:r>
              <a:rPr lang="en-US" sz="2400" dirty="0">
                <a:solidFill>
                  <a:srgbClr val="F3F6FA"/>
                </a:solidFill>
              </a:rPr>
              <a:t>• Motivation: standard BERT lacks conversational </a:t>
            </a:r>
            <a:r>
              <a:rPr lang="en-US" sz="2400">
                <a:solidFill>
                  <a:srgbClr val="F3F6FA"/>
                </a:solidFill>
              </a:rPr>
              <a:t>logic</a:t>
            </a:r>
            <a:endParaRPr lang="ro-RO"/>
          </a:p>
          <a:p>
            <a:pPr>
              <a:lnSpc>
                <a:spcPct val="140004"/>
              </a:lnSpc>
            </a:pPr>
            <a:r>
              <a:rPr lang="en-US" sz="2400" dirty="0">
                <a:solidFill>
                  <a:srgbClr val="F3F6FA"/>
                </a:solidFill>
              </a:rPr>
              <a:t>• Data Scale: Pretrained on 100k dialogues / 60 domains; utilizes human to human datasets</a:t>
            </a:r>
            <a:endParaRPr lang="en-US" dirty="0"/>
          </a:p>
          <a:p>
            <a:pPr>
              <a:lnSpc>
                <a:spcPct val="140004"/>
              </a:lnSpc>
            </a:pPr>
            <a:r>
              <a:rPr lang="en-US" sz="2400">
                <a:solidFill>
                  <a:srgbClr val="F3F6FA"/>
                </a:solidFill>
              </a:rPr>
              <a:t>•  to</a:t>
            </a:r>
            <a:r>
              <a:rPr lang="en-US" sz="2400" dirty="0">
                <a:solidFill>
                  <a:srgbClr val="F3F6FA"/>
                </a:solidFill>
              </a:rPr>
              <a:t> capture speaker information and the underlying interaction behavior in dialogue</a:t>
            </a:r>
            <a:endParaRPr lang="en-US"/>
          </a:p>
        </p:txBody>
      </p:sp>
      <p:sp>
        <p:nvSpPr>
          <p:cNvPr id="328" name="Google Shape;328;p20">
            <a:extLst>
              <a:ext uri="{FF2B5EF4-FFF2-40B4-BE49-F238E27FC236}">
                <a16:creationId xmlns:a16="http://schemas.microsoft.com/office/drawing/2014/main" id="{E6A79E43-C8D5-8566-683D-885A289F2330}"/>
              </a:ext>
            </a:extLst>
          </p:cNvPr>
          <p:cNvSpPr txBox="1"/>
          <p:nvPr/>
        </p:nvSpPr>
        <p:spPr>
          <a:xfrm>
            <a:off x="1530611" y="1027578"/>
            <a:ext cx="12499896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600" dirty="0" err="1">
                <a:solidFill>
                  <a:srgbClr val="F3F6FA"/>
                </a:solidFill>
                <a:latin typeface="Playfair Display Black"/>
                <a:sym typeface="Playfair Display Black"/>
              </a:rPr>
              <a:t>ToD</a:t>
            </a:r>
            <a:r>
              <a:rPr lang="en-US" sz="6600" dirty="0">
                <a:solidFill>
                  <a:srgbClr val="F3F6FA"/>
                </a:solidFill>
                <a:latin typeface="Playfair Display Black"/>
                <a:sym typeface="Playfair Display Black"/>
              </a:rPr>
              <a:t>-BERT</a:t>
            </a:r>
            <a:endParaRPr lang="ro-RO" dirty="0"/>
          </a:p>
        </p:txBody>
      </p:sp>
      <p:grpSp>
        <p:nvGrpSpPr>
          <p:cNvPr id="329" name="Google Shape;329;p20">
            <a:extLst>
              <a:ext uri="{FF2B5EF4-FFF2-40B4-BE49-F238E27FC236}">
                <a16:creationId xmlns:a16="http://schemas.microsoft.com/office/drawing/2014/main" id="{9D052BD8-543E-A9BC-436E-FAA012E02619}"/>
              </a:ext>
            </a:extLst>
          </p:cNvPr>
          <p:cNvGrpSpPr/>
          <p:nvPr/>
        </p:nvGrpSpPr>
        <p:grpSpPr>
          <a:xfrm>
            <a:off x="-3233490" y="5979520"/>
            <a:ext cx="6999655" cy="8614961"/>
            <a:chOff x="0" y="0"/>
            <a:chExt cx="9332874" cy="11486614"/>
          </a:xfrm>
        </p:grpSpPr>
        <p:grpSp>
          <p:nvGrpSpPr>
            <p:cNvPr id="330" name="Google Shape;330;p20">
              <a:extLst>
                <a:ext uri="{FF2B5EF4-FFF2-40B4-BE49-F238E27FC236}">
                  <a16:creationId xmlns:a16="http://schemas.microsoft.com/office/drawing/2014/main" id="{593C5C46-BDE5-3651-29FB-BBFF72688D9F}"/>
                </a:ext>
              </a:extLst>
            </p:cNvPr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31" name="Google Shape;331;p20">
                <a:extLst>
                  <a:ext uri="{FF2B5EF4-FFF2-40B4-BE49-F238E27FC236}">
                    <a16:creationId xmlns:a16="http://schemas.microsoft.com/office/drawing/2014/main" id="{5B3D9120-6D19-6AA3-7909-900C982D13C2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0">
                <a:extLst>
                  <a:ext uri="{FF2B5EF4-FFF2-40B4-BE49-F238E27FC236}">
                    <a16:creationId xmlns:a16="http://schemas.microsoft.com/office/drawing/2014/main" id="{59D60636-22D4-E122-7355-332E0882327E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20">
              <a:extLst>
                <a:ext uri="{FF2B5EF4-FFF2-40B4-BE49-F238E27FC236}">
                  <a16:creationId xmlns:a16="http://schemas.microsoft.com/office/drawing/2014/main" id="{34BCC3E2-FC2B-9E01-3B1A-836376510560}"/>
                </a:ext>
              </a:extLst>
            </p:cNvPr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34" name="Google Shape;334;p20">
                <a:extLst>
                  <a:ext uri="{FF2B5EF4-FFF2-40B4-BE49-F238E27FC236}">
                    <a16:creationId xmlns:a16="http://schemas.microsoft.com/office/drawing/2014/main" id="{8B7328FD-3E58-3F55-E04A-AAD870965083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0">
                <a:extLst>
                  <a:ext uri="{FF2B5EF4-FFF2-40B4-BE49-F238E27FC236}">
                    <a16:creationId xmlns:a16="http://schemas.microsoft.com/office/drawing/2014/main" id="{BE6459FB-E476-9AAC-8E33-4701A3023FA0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20">
              <a:extLst>
                <a:ext uri="{FF2B5EF4-FFF2-40B4-BE49-F238E27FC236}">
                  <a16:creationId xmlns:a16="http://schemas.microsoft.com/office/drawing/2014/main" id="{3BE30F2F-34D9-4E35-DE13-EDFD95B16569}"/>
                </a:ext>
              </a:extLst>
            </p:cNvPr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37" name="Google Shape;337;p20">
                <a:extLst>
                  <a:ext uri="{FF2B5EF4-FFF2-40B4-BE49-F238E27FC236}">
                    <a16:creationId xmlns:a16="http://schemas.microsoft.com/office/drawing/2014/main" id="{FC4789C6-3379-7748-8068-9E2A80AB04EE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0">
                <a:extLst>
                  <a:ext uri="{FF2B5EF4-FFF2-40B4-BE49-F238E27FC236}">
                    <a16:creationId xmlns:a16="http://schemas.microsoft.com/office/drawing/2014/main" id="{603A0077-5422-7F4E-0658-4725B20E0BAF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20">
            <a:extLst>
              <a:ext uri="{FF2B5EF4-FFF2-40B4-BE49-F238E27FC236}">
                <a16:creationId xmlns:a16="http://schemas.microsoft.com/office/drawing/2014/main" id="{6692C917-C602-8FCC-B720-E09083CFEF12}"/>
              </a:ext>
            </a:extLst>
          </p:cNvPr>
          <p:cNvGrpSpPr/>
          <p:nvPr/>
        </p:nvGrpSpPr>
        <p:grpSpPr>
          <a:xfrm rot="10800000">
            <a:off x="13557529" y="-3278780"/>
            <a:ext cx="6999655" cy="8614961"/>
            <a:chOff x="0" y="0"/>
            <a:chExt cx="9332874" cy="11486614"/>
          </a:xfrm>
        </p:grpSpPr>
        <p:grpSp>
          <p:nvGrpSpPr>
            <p:cNvPr id="340" name="Google Shape;340;p20">
              <a:extLst>
                <a:ext uri="{FF2B5EF4-FFF2-40B4-BE49-F238E27FC236}">
                  <a16:creationId xmlns:a16="http://schemas.microsoft.com/office/drawing/2014/main" id="{C4CB0E2C-0303-CDC7-B8DE-E323506E6CA7}"/>
                </a:ext>
              </a:extLst>
            </p:cNvPr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41" name="Google Shape;341;p20">
                <a:extLst>
                  <a:ext uri="{FF2B5EF4-FFF2-40B4-BE49-F238E27FC236}">
                    <a16:creationId xmlns:a16="http://schemas.microsoft.com/office/drawing/2014/main" id="{175AEFEC-2CDA-B683-1EF9-6E1034E2EA5A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0">
                <a:extLst>
                  <a:ext uri="{FF2B5EF4-FFF2-40B4-BE49-F238E27FC236}">
                    <a16:creationId xmlns:a16="http://schemas.microsoft.com/office/drawing/2014/main" id="{75502161-4EC7-6ACD-4B8B-F6A4FB83F9A0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20">
              <a:extLst>
                <a:ext uri="{FF2B5EF4-FFF2-40B4-BE49-F238E27FC236}">
                  <a16:creationId xmlns:a16="http://schemas.microsoft.com/office/drawing/2014/main" id="{FB72ACF2-C3FF-8BCC-4CA2-05D3BDD92C73}"/>
                </a:ext>
              </a:extLst>
            </p:cNvPr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44" name="Google Shape;344;p20">
                <a:extLst>
                  <a:ext uri="{FF2B5EF4-FFF2-40B4-BE49-F238E27FC236}">
                    <a16:creationId xmlns:a16="http://schemas.microsoft.com/office/drawing/2014/main" id="{263825B3-B2B2-92E8-0486-B2F3EA85299A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0">
                <a:extLst>
                  <a:ext uri="{FF2B5EF4-FFF2-40B4-BE49-F238E27FC236}">
                    <a16:creationId xmlns:a16="http://schemas.microsoft.com/office/drawing/2014/main" id="{49EFDBE8-B140-E858-0D93-2F0D8936FAF3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20">
              <a:extLst>
                <a:ext uri="{FF2B5EF4-FFF2-40B4-BE49-F238E27FC236}">
                  <a16:creationId xmlns:a16="http://schemas.microsoft.com/office/drawing/2014/main" id="{6701BBC5-54AD-5070-3E1E-8746C2ADF855}"/>
                </a:ext>
              </a:extLst>
            </p:cNvPr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47" name="Google Shape;347;p20">
                <a:extLst>
                  <a:ext uri="{FF2B5EF4-FFF2-40B4-BE49-F238E27FC236}">
                    <a16:creationId xmlns:a16="http://schemas.microsoft.com/office/drawing/2014/main" id="{637A1B0C-146C-60D9-3E16-CAD700D77730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0">
                <a:extLst>
                  <a:ext uri="{FF2B5EF4-FFF2-40B4-BE49-F238E27FC236}">
                    <a16:creationId xmlns:a16="http://schemas.microsoft.com/office/drawing/2014/main" id="{EBA10226-90E6-7C1D-0872-B5D4C72CEF33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9" name="Google Shape;349;p20">
            <a:extLst>
              <a:ext uri="{FF2B5EF4-FFF2-40B4-BE49-F238E27FC236}">
                <a16:creationId xmlns:a16="http://schemas.microsoft.com/office/drawing/2014/main" id="{0335E545-4BE7-4A1B-4FF0-288D37EBFAF0}"/>
              </a:ext>
            </a:extLst>
          </p:cNvPr>
          <p:cNvCxnSpPr/>
          <p:nvPr/>
        </p:nvCxnSpPr>
        <p:spPr>
          <a:xfrm>
            <a:off x="4241937" y="2489824"/>
            <a:ext cx="9799801" cy="0"/>
          </a:xfrm>
          <a:prstGeom prst="straightConnector1">
            <a:avLst/>
          </a:prstGeom>
          <a:noFill/>
          <a:ln w="38100" cap="flat" cmpd="sng">
            <a:solidFill>
              <a:srgbClr val="F3F6F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50" name="Google Shape;350;p20">
            <a:extLst>
              <a:ext uri="{FF2B5EF4-FFF2-40B4-BE49-F238E27FC236}">
                <a16:creationId xmlns:a16="http://schemas.microsoft.com/office/drawing/2014/main" id="{609EE984-6582-BCBA-7AAE-5B3287260C88}"/>
              </a:ext>
            </a:extLst>
          </p:cNvPr>
          <p:cNvGrpSpPr/>
          <p:nvPr/>
        </p:nvGrpSpPr>
        <p:grpSpPr>
          <a:xfrm>
            <a:off x="15226010" y="2079760"/>
            <a:ext cx="406823" cy="408647"/>
            <a:chOff x="1813" y="0"/>
            <a:chExt cx="809173" cy="812800"/>
          </a:xfrm>
        </p:grpSpPr>
        <p:sp>
          <p:nvSpPr>
            <p:cNvPr id="351" name="Google Shape;351;p20">
              <a:extLst>
                <a:ext uri="{FF2B5EF4-FFF2-40B4-BE49-F238E27FC236}">
                  <a16:creationId xmlns:a16="http://schemas.microsoft.com/office/drawing/2014/main" id="{118F0981-C2C6-2452-1D91-F9703C8D7FDD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0">
              <a:extLst>
                <a:ext uri="{FF2B5EF4-FFF2-40B4-BE49-F238E27FC236}">
                  <a16:creationId xmlns:a16="http://schemas.microsoft.com/office/drawing/2014/main" id="{928FE09F-8773-CDE3-89B8-6D5A3EF2EA7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0">
            <a:extLst>
              <a:ext uri="{FF2B5EF4-FFF2-40B4-BE49-F238E27FC236}">
                <a16:creationId xmlns:a16="http://schemas.microsoft.com/office/drawing/2014/main" id="{D745BA72-1E13-605E-43FC-0DB7B1EBD3B6}"/>
              </a:ext>
            </a:extLst>
          </p:cNvPr>
          <p:cNvGrpSpPr/>
          <p:nvPr/>
        </p:nvGrpSpPr>
        <p:grpSpPr>
          <a:xfrm>
            <a:off x="15789684" y="2079760"/>
            <a:ext cx="406823" cy="408647"/>
            <a:chOff x="1813" y="0"/>
            <a:chExt cx="809173" cy="812800"/>
          </a:xfrm>
        </p:grpSpPr>
        <p:sp>
          <p:nvSpPr>
            <p:cNvPr id="354" name="Google Shape;354;p20">
              <a:extLst>
                <a:ext uri="{FF2B5EF4-FFF2-40B4-BE49-F238E27FC236}">
                  <a16:creationId xmlns:a16="http://schemas.microsoft.com/office/drawing/2014/main" id="{490BB3A5-6C0A-1454-D3E9-572E8E6B16B5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>
              <a:extLst>
                <a:ext uri="{FF2B5EF4-FFF2-40B4-BE49-F238E27FC236}">
                  <a16:creationId xmlns:a16="http://schemas.microsoft.com/office/drawing/2014/main" id="{E1825CCE-C045-F470-D5CD-60D7CA79F74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0">
            <a:extLst>
              <a:ext uri="{FF2B5EF4-FFF2-40B4-BE49-F238E27FC236}">
                <a16:creationId xmlns:a16="http://schemas.microsoft.com/office/drawing/2014/main" id="{879780DF-6009-B9B8-2481-927D597CFF81}"/>
              </a:ext>
            </a:extLst>
          </p:cNvPr>
          <p:cNvGrpSpPr/>
          <p:nvPr/>
        </p:nvGrpSpPr>
        <p:grpSpPr>
          <a:xfrm>
            <a:off x="16350731" y="2079760"/>
            <a:ext cx="406823" cy="408647"/>
            <a:chOff x="1813" y="0"/>
            <a:chExt cx="809173" cy="812800"/>
          </a:xfrm>
        </p:grpSpPr>
        <p:sp>
          <p:nvSpPr>
            <p:cNvPr id="357" name="Google Shape;357;p20">
              <a:extLst>
                <a:ext uri="{FF2B5EF4-FFF2-40B4-BE49-F238E27FC236}">
                  <a16:creationId xmlns:a16="http://schemas.microsoft.com/office/drawing/2014/main" id="{79CA7EEC-8508-D583-81FC-9814417ED0AD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0">
              <a:extLst>
                <a:ext uri="{FF2B5EF4-FFF2-40B4-BE49-F238E27FC236}">
                  <a16:creationId xmlns:a16="http://schemas.microsoft.com/office/drawing/2014/main" id="{F88FE7E3-AD4F-5882-09F6-8A4542D7352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CasetăText 1">
            <a:extLst>
              <a:ext uri="{FF2B5EF4-FFF2-40B4-BE49-F238E27FC236}">
                <a16:creationId xmlns:a16="http://schemas.microsoft.com/office/drawing/2014/main" id="{E321029F-C860-9830-2F3F-6E87CCC477C7}"/>
              </a:ext>
            </a:extLst>
          </p:cNvPr>
          <p:cNvSpPr txBox="1"/>
          <p:nvPr/>
        </p:nvSpPr>
        <p:spPr>
          <a:xfrm>
            <a:off x="3325601" y="3493078"/>
            <a:ext cx="8421669" cy="35409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o-RO"/>
          </a:p>
        </p:txBody>
      </p:sp>
      <p:sp>
        <p:nvSpPr>
          <p:cNvPr id="5" name="Google Shape;327;p20">
            <a:extLst>
              <a:ext uri="{FF2B5EF4-FFF2-40B4-BE49-F238E27FC236}">
                <a16:creationId xmlns:a16="http://schemas.microsoft.com/office/drawing/2014/main" id="{D173E4D2-266B-905E-C606-5BA88AADB708}"/>
              </a:ext>
            </a:extLst>
          </p:cNvPr>
          <p:cNvSpPr txBox="1"/>
          <p:nvPr/>
        </p:nvSpPr>
        <p:spPr>
          <a:xfrm>
            <a:off x="9664068" y="5067611"/>
            <a:ext cx="7092819" cy="3619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4"/>
              </a:lnSpc>
            </a:pPr>
            <a:endParaRPr lang="en-US" sz="2400" b="1" dirty="0">
              <a:solidFill>
                <a:srgbClr val="F3F6FA"/>
              </a:solidFill>
            </a:endParaRPr>
          </a:p>
          <a:p>
            <a:pPr>
              <a:lnSpc>
                <a:spcPct val="140004"/>
              </a:lnSpc>
            </a:pPr>
            <a:r>
              <a:rPr lang="en-US" sz="2400" dirty="0">
                <a:solidFill>
                  <a:srgbClr val="F3F6FA"/>
                </a:solidFill>
              </a:rPr>
              <a:t>• </a:t>
            </a:r>
            <a:r>
              <a:rPr lang="en-US" sz="2400" b="1" dirty="0">
                <a:solidFill>
                  <a:srgbClr val="F3F6FA"/>
                </a:solidFill>
              </a:rPr>
              <a:t>Masked language modeling (MLM)</a:t>
            </a:r>
            <a:r>
              <a:rPr lang="en-US" sz="2400" dirty="0">
                <a:solidFill>
                  <a:srgbClr val="F3F6FA"/>
                </a:solidFill>
              </a:rPr>
              <a:t>: tokens replaced with masked tokens; a cross entropy loss</a:t>
            </a:r>
          </a:p>
          <a:p>
            <a:pPr>
              <a:lnSpc>
                <a:spcPct val="140004"/>
              </a:lnSpc>
            </a:pPr>
            <a:r>
              <a:rPr lang="en-US" sz="2400" dirty="0">
                <a:solidFill>
                  <a:srgbClr val="F3F6FA"/>
                </a:solidFill>
              </a:rPr>
              <a:t>• </a:t>
            </a:r>
            <a:r>
              <a:rPr lang="en-US" sz="2400" b="1" dirty="0">
                <a:solidFill>
                  <a:srgbClr val="F3F6FA"/>
                </a:solidFill>
              </a:rPr>
              <a:t>Response Contrastive Loss (RCL): </a:t>
            </a:r>
            <a:r>
              <a:rPr lang="en-US" sz="2400" dirty="0">
                <a:solidFill>
                  <a:srgbClr val="F3F6FA"/>
                </a:solidFill>
              </a:rPr>
              <a:t>ranks responses through dual-encoder and in-batch </a:t>
            </a:r>
            <a:r>
              <a:rPr lang="en-US" sz="2400">
                <a:solidFill>
                  <a:srgbClr val="F3F6FA"/>
                </a:solidFill>
              </a:rPr>
              <a:t>negatives</a:t>
            </a:r>
            <a:endParaRPr lang="en-US" sz="2400" dirty="0">
              <a:solidFill>
                <a:srgbClr val="F3F6FA"/>
              </a:solidFill>
            </a:endParaRPr>
          </a:p>
          <a:p>
            <a:pPr algn="ctr">
              <a:lnSpc>
                <a:spcPct val="140004"/>
              </a:lnSpc>
            </a:pPr>
            <a:endParaRPr lang="en-US" sz="2400">
              <a:solidFill>
                <a:srgbClr val="F3F6FA"/>
              </a:solidFill>
            </a:endParaRPr>
          </a:p>
        </p:txBody>
      </p:sp>
      <p:pic>
        <p:nvPicPr>
          <p:cNvPr id="4" name="Imagine 3" descr="O imagine care conține captură de ecran, diagramă, linie, text&#10;&#10;Conținutul generat de inteligența artificială poate fi incorect.">
            <a:extLst>
              <a:ext uri="{FF2B5EF4-FFF2-40B4-BE49-F238E27FC236}">
                <a16:creationId xmlns:a16="http://schemas.microsoft.com/office/drawing/2014/main" id="{34C0A6DC-E602-B955-A8B6-81B5556A9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5071110"/>
            <a:ext cx="7680960" cy="3009900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B036B1C8-773B-6595-10E5-15564FDC171E}"/>
              </a:ext>
            </a:extLst>
          </p:cNvPr>
          <p:cNvSpPr txBox="1"/>
          <p:nvPr/>
        </p:nvSpPr>
        <p:spPr>
          <a:xfrm>
            <a:off x="15604173" y="9877569"/>
            <a:ext cx="2679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0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Ciobanu Sergiu-Tudor</a:t>
            </a:r>
            <a:endParaRPr lang="ro-R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00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51">
          <a:extLst>
            <a:ext uri="{FF2B5EF4-FFF2-40B4-BE49-F238E27FC236}">
              <a16:creationId xmlns:a16="http://schemas.microsoft.com/office/drawing/2014/main" id="{A47FA9FF-9B31-34E9-4F11-6528FF20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>
            <a:extLst>
              <a:ext uri="{FF2B5EF4-FFF2-40B4-BE49-F238E27FC236}">
                <a16:creationId xmlns:a16="http://schemas.microsoft.com/office/drawing/2014/main" id="{A908C09C-41AC-FD7A-6584-5E73D5F439D7}"/>
              </a:ext>
            </a:extLst>
          </p:cNvPr>
          <p:cNvSpPr txBox="1"/>
          <p:nvPr/>
        </p:nvSpPr>
        <p:spPr>
          <a:xfrm>
            <a:off x="760410" y="1460699"/>
            <a:ext cx="1427721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000">
                <a:solidFill>
                  <a:srgbClr val="0B1320"/>
                </a:solidFill>
                <a:latin typeface="Playfair Display Black"/>
                <a:sym typeface="Playfair Display Black"/>
              </a:rPr>
              <a:t>Evaluating NLU Performance</a:t>
            </a:r>
            <a:endParaRPr lang="en-US" sz="6000">
              <a:solidFill>
                <a:srgbClr val="0B1320"/>
              </a:solidFill>
              <a:latin typeface="Playfair Display Black"/>
            </a:endParaRPr>
          </a:p>
        </p:txBody>
      </p:sp>
      <p:grpSp>
        <p:nvGrpSpPr>
          <p:cNvPr id="153" name="Google Shape;153;p15">
            <a:extLst>
              <a:ext uri="{FF2B5EF4-FFF2-40B4-BE49-F238E27FC236}">
                <a16:creationId xmlns:a16="http://schemas.microsoft.com/office/drawing/2014/main" id="{2756EA4D-D0DE-AC9E-5A4D-AC758B578231}"/>
              </a:ext>
            </a:extLst>
          </p:cNvPr>
          <p:cNvGrpSpPr/>
          <p:nvPr/>
        </p:nvGrpSpPr>
        <p:grpSpPr>
          <a:xfrm>
            <a:off x="2202129" y="2820490"/>
            <a:ext cx="13621409" cy="5612796"/>
            <a:chOff x="0" y="-38100"/>
            <a:chExt cx="1490774" cy="1194732"/>
          </a:xfrm>
        </p:grpSpPr>
        <p:sp>
          <p:nvSpPr>
            <p:cNvPr id="154" name="Google Shape;154;p15">
              <a:extLst>
                <a:ext uri="{FF2B5EF4-FFF2-40B4-BE49-F238E27FC236}">
                  <a16:creationId xmlns:a16="http://schemas.microsoft.com/office/drawing/2014/main" id="{68EB94FD-A7A4-334A-DB56-6D749C28C79E}"/>
                </a:ext>
              </a:extLst>
            </p:cNvPr>
            <p:cNvSpPr/>
            <p:nvPr/>
          </p:nvSpPr>
          <p:spPr>
            <a:xfrm>
              <a:off x="0" y="0"/>
              <a:ext cx="1490774" cy="1156632"/>
            </a:xfrm>
            <a:custGeom>
              <a:avLst/>
              <a:gdLst/>
              <a:ahLst/>
              <a:cxnLst/>
              <a:rect l="l" t="t" r="r" b="b"/>
              <a:pathLst>
                <a:path w="1490774" h="1156632" extrusionOk="0">
                  <a:moveTo>
                    <a:pt x="65653" y="0"/>
                  </a:moveTo>
                  <a:lnTo>
                    <a:pt x="1425121" y="0"/>
                  </a:lnTo>
                  <a:cubicBezTo>
                    <a:pt x="1461380" y="0"/>
                    <a:pt x="1490774" y="29394"/>
                    <a:pt x="1490774" y="65653"/>
                  </a:cubicBezTo>
                  <a:lnTo>
                    <a:pt x="1490774" y="1090979"/>
                  </a:lnTo>
                  <a:cubicBezTo>
                    <a:pt x="1490774" y="1127238"/>
                    <a:pt x="1461380" y="1156632"/>
                    <a:pt x="1425121" y="1156632"/>
                  </a:cubicBezTo>
                  <a:lnTo>
                    <a:pt x="65653" y="1156632"/>
                  </a:lnTo>
                  <a:cubicBezTo>
                    <a:pt x="29394" y="1156632"/>
                    <a:pt x="0" y="1127238"/>
                    <a:pt x="0" y="1090979"/>
                  </a:cubicBezTo>
                  <a:lnTo>
                    <a:pt x="0" y="65653"/>
                  </a:lnTo>
                  <a:cubicBezTo>
                    <a:pt x="0" y="29394"/>
                    <a:pt x="29394" y="0"/>
                    <a:pt x="656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>
              <a:extLst>
                <a:ext uri="{FF2B5EF4-FFF2-40B4-BE49-F238E27FC236}">
                  <a16:creationId xmlns:a16="http://schemas.microsoft.com/office/drawing/2014/main" id="{506685A1-ED24-A2E5-58E9-E56F346D490B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5">
            <a:extLst>
              <a:ext uri="{FF2B5EF4-FFF2-40B4-BE49-F238E27FC236}">
                <a16:creationId xmlns:a16="http://schemas.microsoft.com/office/drawing/2014/main" id="{5581D039-34AA-9E13-223B-3909EEE0CC9C}"/>
              </a:ext>
            </a:extLst>
          </p:cNvPr>
          <p:cNvSpPr txBox="1"/>
          <p:nvPr/>
        </p:nvSpPr>
        <p:spPr>
          <a:xfrm>
            <a:off x="2461619" y="3522795"/>
            <a:ext cx="12278405" cy="448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1" indent="-342900">
              <a:buClr>
                <a:srgbClr val="0B1320"/>
              </a:buClr>
              <a:buSzPts val="2499"/>
              <a:buChar char="•"/>
            </a:pPr>
            <a:r>
              <a:rPr lang="en-US" sz="2800" b="1">
                <a:solidFill>
                  <a:srgbClr val="0B1320"/>
                </a:solidFill>
                <a:ea typeface="Roboto"/>
                <a:sym typeface="Roboto"/>
              </a:rPr>
              <a:t>The Metric: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 </a:t>
            </a:r>
            <a:r>
              <a:rPr lang="en-US" sz="2800" b="1">
                <a:solidFill>
                  <a:srgbClr val="0B1320"/>
                </a:solidFill>
                <a:ea typeface="Roboto"/>
                <a:sym typeface="Roboto"/>
              </a:rPr>
              <a:t>F1-score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 (balancing Precision and Recall).</a:t>
            </a:r>
            <a:endParaRPr lang="en-US" sz="2800">
              <a:ea typeface="Roboto"/>
            </a:endParaRPr>
          </a:p>
          <a:p>
            <a:pPr marL="342900" lvl="1" indent="-342900">
              <a:buSzPts val="2499"/>
              <a:buChar char="•"/>
            </a:pPr>
            <a:r>
              <a:rPr lang="en-US" sz="2800" b="1">
                <a:solidFill>
                  <a:srgbClr val="0B1320"/>
                </a:solidFill>
                <a:ea typeface="Roboto"/>
                <a:sym typeface="Roboto"/>
              </a:rPr>
              <a:t>The Method: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 Using </a:t>
            </a:r>
            <a:r>
              <a:rPr lang="en-US" sz="2800" b="1">
                <a:solidFill>
                  <a:srgbClr val="0B1320"/>
                </a:solidFill>
                <a:ea typeface="Roboto"/>
                <a:sym typeface="Roboto"/>
              </a:rPr>
              <a:t>sequence-based simulators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 to mimic real human behavior</a:t>
            </a:r>
            <a:r>
              <a:rPr lang="en-US" sz="2800" b="0" i="0" u="none" strike="noStrike" cap="none">
                <a:solidFill>
                  <a:srgbClr val="0B1320"/>
                </a:solidFill>
                <a:ea typeface="Roboto"/>
                <a:sym typeface="Roboto"/>
              </a:rPr>
              <a:t>.</a:t>
            </a:r>
            <a:endParaRPr lang="en-US" sz="2800"/>
          </a:p>
          <a:p>
            <a:pPr marL="342900" lvl="1" indent="-342900">
              <a:buSzPts val="2499"/>
              <a:buChar char="•"/>
            </a:pPr>
            <a:r>
              <a:rPr lang="en-US" sz="2800" b="1">
                <a:solidFill>
                  <a:srgbClr val="0B1320"/>
                </a:solidFill>
                <a:ea typeface="Roboto"/>
                <a:sym typeface="Roboto"/>
              </a:rPr>
              <a:t>Key Findings:</a:t>
            </a:r>
            <a:endParaRPr lang="ro-RO" sz="2800">
              <a:ea typeface="Roboto"/>
            </a:endParaRPr>
          </a:p>
          <a:p>
            <a:pPr marL="800100" lvl="2" indent="-342900">
              <a:buSzPts val="2499"/>
              <a:buFont typeface="Wingdings"/>
              <a:buChar char="§"/>
            </a:pPr>
            <a:r>
              <a:rPr lang="en-US" sz="2800" b="1">
                <a:solidFill>
                  <a:srgbClr val="0B1320"/>
                </a:solidFill>
                <a:ea typeface="Roboto"/>
                <a:sym typeface="Roboto"/>
              </a:rPr>
              <a:t>Context matters: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 Models that remember conversation history perform better</a:t>
            </a:r>
            <a:r>
              <a:rPr lang="en-US" sz="2800" b="0" i="0" u="none" strike="noStrike" cap="none">
                <a:solidFill>
                  <a:srgbClr val="0B1320"/>
                </a:solidFill>
                <a:ea typeface="Roboto"/>
                <a:sym typeface="Roboto"/>
              </a:rPr>
              <a:t>.</a:t>
            </a:r>
            <a:endParaRPr lang="en-US" sz="2800">
              <a:ea typeface="Roboto"/>
            </a:endParaRPr>
          </a:p>
          <a:p>
            <a:pPr marL="800100" lvl="2" indent="-342900">
              <a:buSzPts val="2499"/>
              <a:buFont typeface="Wingdings"/>
              <a:buChar char="§"/>
            </a:pPr>
            <a:r>
              <a:rPr lang="en-US" sz="2800" b="1">
                <a:solidFill>
                  <a:srgbClr val="0B1320"/>
                </a:solidFill>
                <a:ea typeface="Roboto"/>
                <a:sym typeface="Roboto"/>
              </a:rPr>
              <a:t>Flexibility: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 Topic-independent models are easier </a:t>
            </a:r>
            <a:r>
              <a:rPr lang="en-US" sz="2800" b="0" i="0" u="none" strike="noStrike" cap="none">
                <a:solidFill>
                  <a:srgbClr val="0B1320"/>
                </a:solidFill>
                <a:ea typeface="Roboto"/>
                <a:sym typeface="Roboto"/>
              </a:rPr>
              <a:t>to 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adapt </a:t>
            </a:r>
            <a:r>
              <a:rPr lang="en-US" sz="2800" b="0" i="0" u="none" strike="noStrike" cap="none">
                <a:solidFill>
                  <a:srgbClr val="0B1320"/>
                </a:solidFill>
                <a:ea typeface="Roboto"/>
                <a:sym typeface="Roboto"/>
              </a:rPr>
              <a:t>to 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new areas.</a:t>
            </a:r>
            <a:endParaRPr lang="en-US" sz="2800">
              <a:ea typeface="Roboto"/>
            </a:endParaRPr>
          </a:p>
          <a:p>
            <a:pPr marL="800100" lvl="2" indent="-342900">
              <a:buSzPts val="2499"/>
              <a:buFont typeface="Wingdings"/>
              <a:buChar char="§"/>
            </a:pPr>
            <a:r>
              <a:rPr lang="en-US" sz="2800" b="1">
                <a:solidFill>
                  <a:srgbClr val="0B1320"/>
                </a:solidFill>
                <a:ea typeface="Roboto"/>
                <a:sym typeface="Roboto"/>
              </a:rPr>
              <a:t>Complexity:</a:t>
            </a:r>
            <a:r>
              <a:rPr lang="en-US" sz="2800">
                <a:solidFill>
                  <a:srgbClr val="0B1320"/>
                </a:solidFill>
                <a:ea typeface="Roboto"/>
                <a:sym typeface="Roboto"/>
              </a:rPr>
              <a:t> Relation-centric models stay accurate even when the input is difficult</a:t>
            </a:r>
            <a:r>
              <a:rPr lang="en-US" sz="2800" b="0" i="0" u="none" strike="noStrike" cap="none">
                <a:solidFill>
                  <a:srgbClr val="0B1320"/>
                </a:solidFill>
                <a:ea typeface="Roboto"/>
                <a:sym typeface="Roboto"/>
              </a:rPr>
              <a:t>.</a:t>
            </a:r>
            <a:endParaRPr lang="en-US" sz="2800"/>
          </a:p>
          <a:p>
            <a:pPr marL="539115" marR="0" lvl="1" indent="-26924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B1320"/>
              </a:buClr>
              <a:buSzPts val="2499"/>
              <a:buFont typeface="Arial"/>
              <a:buChar char="•"/>
            </a:pPr>
            <a:endParaRPr lang="en-US" sz="2800">
              <a:solidFill>
                <a:srgbClr val="0B1320"/>
              </a:solidFill>
              <a:latin typeface="Playfair Display Black"/>
              <a:ea typeface="Roboto"/>
              <a:cs typeface="Roboto"/>
            </a:endParaRPr>
          </a:p>
        </p:txBody>
      </p:sp>
      <p:cxnSp>
        <p:nvCxnSpPr>
          <p:cNvPr id="177" name="Google Shape;177;p15">
            <a:extLst>
              <a:ext uri="{FF2B5EF4-FFF2-40B4-BE49-F238E27FC236}">
                <a16:creationId xmlns:a16="http://schemas.microsoft.com/office/drawing/2014/main" id="{F7A2C2C5-D675-CC8B-B936-52E30A66EA9C}"/>
              </a:ext>
            </a:extLst>
          </p:cNvPr>
          <p:cNvCxnSpPr/>
          <p:nvPr/>
        </p:nvCxnSpPr>
        <p:spPr>
          <a:xfrm>
            <a:off x="10248689" y="1399247"/>
            <a:ext cx="5543425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8" name="Google Shape;178;p15">
            <a:extLst>
              <a:ext uri="{FF2B5EF4-FFF2-40B4-BE49-F238E27FC236}">
                <a16:creationId xmlns:a16="http://schemas.microsoft.com/office/drawing/2014/main" id="{E539605A-8F45-CE78-A552-A6368AFA88DF}"/>
              </a:ext>
            </a:extLst>
          </p:cNvPr>
          <p:cNvGrpSpPr/>
          <p:nvPr/>
        </p:nvGrpSpPr>
        <p:grpSpPr>
          <a:xfrm>
            <a:off x="16294495" y="1194924"/>
            <a:ext cx="406823" cy="408647"/>
            <a:chOff x="1813" y="0"/>
            <a:chExt cx="809173" cy="812800"/>
          </a:xfrm>
        </p:grpSpPr>
        <p:sp>
          <p:nvSpPr>
            <p:cNvPr id="179" name="Google Shape;179;p15">
              <a:extLst>
                <a:ext uri="{FF2B5EF4-FFF2-40B4-BE49-F238E27FC236}">
                  <a16:creationId xmlns:a16="http://schemas.microsoft.com/office/drawing/2014/main" id="{6C7AC155-5843-5452-4E56-DE4CEC27D666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>
              <a:extLst>
                <a:ext uri="{FF2B5EF4-FFF2-40B4-BE49-F238E27FC236}">
                  <a16:creationId xmlns:a16="http://schemas.microsoft.com/office/drawing/2014/main" id="{9B8FE82C-3906-9C8A-4406-6346FC9B656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5">
            <a:extLst>
              <a:ext uri="{FF2B5EF4-FFF2-40B4-BE49-F238E27FC236}">
                <a16:creationId xmlns:a16="http://schemas.microsoft.com/office/drawing/2014/main" id="{4F37FDAB-EFC2-A699-3DA8-994D6C5EDAE3}"/>
              </a:ext>
            </a:extLst>
          </p:cNvPr>
          <p:cNvGrpSpPr/>
          <p:nvPr/>
        </p:nvGrpSpPr>
        <p:grpSpPr>
          <a:xfrm>
            <a:off x="16858169" y="1194924"/>
            <a:ext cx="406823" cy="408647"/>
            <a:chOff x="1813" y="0"/>
            <a:chExt cx="809173" cy="812800"/>
          </a:xfrm>
        </p:grpSpPr>
        <p:sp>
          <p:nvSpPr>
            <p:cNvPr id="182" name="Google Shape;182;p15">
              <a:extLst>
                <a:ext uri="{FF2B5EF4-FFF2-40B4-BE49-F238E27FC236}">
                  <a16:creationId xmlns:a16="http://schemas.microsoft.com/office/drawing/2014/main" id="{AD90509E-1BE3-EFE2-DD6E-DC797415362A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>
              <a:extLst>
                <a:ext uri="{FF2B5EF4-FFF2-40B4-BE49-F238E27FC236}">
                  <a16:creationId xmlns:a16="http://schemas.microsoft.com/office/drawing/2014/main" id="{02604A39-DAA8-1276-3EDB-1AC71F0541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5">
            <a:extLst>
              <a:ext uri="{FF2B5EF4-FFF2-40B4-BE49-F238E27FC236}">
                <a16:creationId xmlns:a16="http://schemas.microsoft.com/office/drawing/2014/main" id="{978E789C-55BF-53A4-8964-A6514070DD31}"/>
              </a:ext>
            </a:extLst>
          </p:cNvPr>
          <p:cNvGrpSpPr/>
          <p:nvPr/>
        </p:nvGrpSpPr>
        <p:grpSpPr>
          <a:xfrm>
            <a:off x="17419216" y="1194924"/>
            <a:ext cx="406823" cy="408647"/>
            <a:chOff x="1813" y="0"/>
            <a:chExt cx="809173" cy="812800"/>
          </a:xfrm>
        </p:grpSpPr>
        <p:sp>
          <p:nvSpPr>
            <p:cNvPr id="185" name="Google Shape;185;p15">
              <a:extLst>
                <a:ext uri="{FF2B5EF4-FFF2-40B4-BE49-F238E27FC236}">
                  <a16:creationId xmlns:a16="http://schemas.microsoft.com/office/drawing/2014/main" id="{8C123A59-AF2B-A730-8003-C7B5C00C7DAD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>
              <a:extLst>
                <a:ext uri="{FF2B5EF4-FFF2-40B4-BE49-F238E27FC236}">
                  <a16:creationId xmlns:a16="http://schemas.microsoft.com/office/drawing/2014/main" id="{257FDA34-475A-48A4-2459-3E8EF77A4C1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" name="Google Shape;300;p19">
            <a:extLst>
              <a:ext uri="{FF2B5EF4-FFF2-40B4-BE49-F238E27FC236}">
                <a16:creationId xmlns:a16="http://schemas.microsoft.com/office/drawing/2014/main" id="{42410EFB-1366-2D2D-51CB-85C9CE1F7D30}"/>
              </a:ext>
            </a:extLst>
          </p:cNvPr>
          <p:cNvGrpSpPr/>
          <p:nvPr/>
        </p:nvGrpSpPr>
        <p:grpSpPr>
          <a:xfrm>
            <a:off x="13750467" y="7046841"/>
            <a:ext cx="4157508" cy="5116933"/>
            <a:chOff x="0" y="0"/>
            <a:chExt cx="5543344" cy="6822577"/>
          </a:xfrm>
        </p:grpSpPr>
        <p:grpSp>
          <p:nvGrpSpPr>
            <p:cNvPr id="3" name="Google Shape;301;p19">
              <a:extLst>
                <a:ext uri="{FF2B5EF4-FFF2-40B4-BE49-F238E27FC236}">
                  <a16:creationId xmlns:a16="http://schemas.microsoft.com/office/drawing/2014/main" id="{148011F5-D257-84A2-0CB7-11DA6A5FA87A}"/>
                </a:ext>
              </a:extLst>
            </p:cNvPr>
            <p:cNvGrpSpPr/>
            <p:nvPr/>
          </p:nvGrpSpPr>
          <p:grpSpPr>
            <a:xfrm>
              <a:off x="0" y="0"/>
              <a:ext cx="5543344" cy="6822577"/>
              <a:chOff x="0" y="0"/>
              <a:chExt cx="660400" cy="812800"/>
            </a:xfrm>
          </p:grpSpPr>
          <p:sp>
            <p:nvSpPr>
              <p:cNvPr id="10" name="Google Shape;302;p19">
                <a:extLst>
                  <a:ext uri="{FF2B5EF4-FFF2-40B4-BE49-F238E27FC236}">
                    <a16:creationId xmlns:a16="http://schemas.microsoft.com/office/drawing/2014/main" id="{8D2B1187-CED5-E210-B6FD-158977FF8740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03;p19">
                <a:extLst>
                  <a:ext uri="{FF2B5EF4-FFF2-40B4-BE49-F238E27FC236}">
                    <a16:creationId xmlns:a16="http://schemas.microsoft.com/office/drawing/2014/main" id="{68FAFFF8-2E2D-3B6A-8F46-8A51FE18D933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" name="Google Shape;304;p19">
              <a:extLst>
                <a:ext uri="{FF2B5EF4-FFF2-40B4-BE49-F238E27FC236}">
                  <a16:creationId xmlns:a16="http://schemas.microsoft.com/office/drawing/2014/main" id="{E1FF8008-1C69-A230-6719-FBD2D9F4622B}"/>
                </a:ext>
              </a:extLst>
            </p:cNvPr>
            <p:cNvGrpSpPr/>
            <p:nvPr/>
          </p:nvGrpSpPr>
          <p:grpSpPr>
            <a:xfrm>
              <a:off x="323849" y="398583"/>
              <a:ext cx="4895646" cy="6025410"/>
              <a:chOff x="0" y="0"/>
              <a:chExt cx="660400" cy="812800"/>
            </a:xfrm>
          </p:grpSpPr>
          <p:sp>
            <p:nvSpPr>
              <p:cNvPr id="8" name="Google Shape;305;p19">
                <a:extLst>
                  <a:ext uri="{FF2B5EF4-FFF2-40B4-BE49-F238E27FC236}">
                    <a16:creationId xmlns:a16="http://schemas.microsoft.com/office/drawing/2014/main" id="{8BC28A82-CFAA-4472-E6DB-F0820BDCBFDB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06;p19">
                <a:extLst>
                  <a:ext uri="{FF2B5EF4-FFF2-40B4-BE49-F238E27FC236}">
                    <a16:creationId xmlns:a16="http://schemas.microsoft.com/office/drawing/2014/main" id="{11AB7F9E-9225-A482-657A-7C4DBE45BEDD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307;p19">
              <a:extLst>
                <a:ext uri="{FF2B5EF4-FFF2-40B4-BE49-F238E27FC236}">
                  <a16:creationId xmlns:a16="http://schemas.microsoft.com/office/drawing/2014/main" id="{EA21642B-5E0B-057C-1291-D36EB0BFEE49}"/>
                </a:ext>
              </a:extLst>
            </p:cNvPr>
            <p:cNvGrpSpPr/>
            <p:nvPr/>
          </p:nvGrpSpPr>
          <p:grpSpPr>
            <a:xfrm>
              <a:off x="643556" y="792068"/>
              <a:ext cx="4256232" cy="5238440"/>
              <a:chOff x="0" y="0"/>
              <a:chExt cx="660400" cy="812800"/>
            </a:xfrm>
          </p:grpSpPr>
          <p:sp>
            <p:nvSpPr>
              <p:cNvPr id="6" name="Google Shape;308;p19">
                <a:extLst>
                  <a:ext uri="{FF2B5EF4-FFF2-40B4-BE49-F238E27FC236}">
                    <a16:creationId xmlns:a16="http://schemas.microsoft.com/office/drawing/2014/main" id="{8EFB7091-C2EB-29EC-3704-D0A4CCCE36F3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09;p19">
                <a:extLst>
                  <a:ext uri="{FF2B5EF4-FFF2-40B4-BE49-F238E27FC236}">
                    <a16:creationId xmlns:a16="http://schemas.microsoft.com/office/drawing/2014/main" id="{2254295E-0B86-8B58-3AE3-412BF948FF84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" name="Google Shape;310;p19">
            <a:extLst>
              <a:ext uri="{FF2B5EF4-FFF2-40B4-BE49-F238E27FC236}">
                <a16:creationId xmlns:a16="http://schemas.microsoft.com/office/drawing/2014/main" id="{73671EC5-0782-B6CF-2362-74DA89BAFDE8}"/>
              </a:ext>
            </a:extLst>
          </p:cNvPr>
          <p:cNvGrpSpPr/>
          <p:nvPr/>
        </p:nvGrpSpPr>
        <p:grpSpPr>
          <a:xfrm rot="13500000">
            <a:off x="-977231" y="7107509"/>
            <a:ext cx="4304048" cy="5297290"/>
            <a:chOff x="0" y="0"/>
            <a:chExt cx="5738731" cy="7063053"/>
          </a:xfrm>
        </p:grpSpPr>
        <p:grpSp>
          <p:nvGrpSpPr>
            <p:cNvPr id="14" name="Google Shape;311;p19">
              <a:extLst>
                <a:ext uri="{FF2B5EF4-FFF2-40B4-BE49-F238E27FC236}">
                  <a16:creationId xmlns:a16="http://schemas.microsoft.com/office/drawing/2014/main" id="{EE720A26-8C67-6EB5-1668-575969C3ECE0}"/>
                </a:ext>
              </a:extLst>
            </p:cNvPr>
            <p:cNvGrpSpPr/>
            <p:nvPr/>
          </p:nvGrpSpPr>
          <p:grpSpPr>
            <a:xfrm rot="10800000">
              <a:off x="0" y="0"/>
              <a:ext cx="5738731" cy="7063053"/>
              <a:chOff x="0" y="0"/>
              <a:chExt cx="660400" cy="812800"/>
            </a:xfrm>
          </p:grpSpPr>
          <p:sp>
            <p:nvSpPr>
              <p:cNvPr id="21" name="Google Shape;312;p19">
                <a:extLst>
                  <a:ext uri="{FF2B5EF4-FFF2-40B4-BE49-F238E27FC236}">
                    <a16:creationId xmlns:a16="http://schemas.microsoft.com/office/drawing/2014/main" id="{43DA246B-9DFA-D2C9-3D46-8A9F782CB71D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13;p19">
                <a:extLst>
                  <a:ext uri="{FF2B5EF4-FFF2-40B4-BE49-F238E27FC236}">
                    <a16:creationId xmlns:a16="http://schemas.microsoft.com/office/drawing/2014/main" id="{E2E972E0-451A-E874-88E5-52CD0190D93B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" name="Google Shape;314;p19">
              <a:extLst>
                <a:ext uri="{FF2B5EF4-FFF2-40B4-BE49-F238E27FC236}">
                  <a16:creationId xmlns:a16="http://schemas.microsoft.com/office/drawing/2014/main" id="{5DEA43BC-B56E-CE8D-C11D-352C98BA63F1}"/>
                </a:ext>
              </a:extLst>
            </p:cNvPr>
            <p:cNvGrpSpPr/>
            <p:nvPr/>
          </p:nvGrpSpPr>
          <p:grpSpPr>
            <a:xfrm rot="10800000">
              <a:off x="335264" y="412632"/>
              <a:ext cx="5068203" cy="6237789"/>
              <a:chOff x="0" y="0"/>
              <a:chExt cx="660400" cy="812800"/>
            </a:xfrm>
          </p:grpSpPr>
          <p:sp>
            <p:nvSpPr>
              <p:cNvPr id="19" name="Google Shape;315;p19">
                <a:extLst>
                  <a:ext uri="{FF2B5EF4-FFF2-40B4-BE49-F238E27FC236}">
                    <a16:creationId xmlns:a16="http://schemas.microsoft.com/office/drawing/2014/main" id="{03052A98-64FC-EA25-6847-0343640DADE9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16;p19">
                <a:extLst>
                  <a:ext uri="{FF2B5EF4-FFF2-40B4-BE49-F238E27FC236}">
                    <a16:creationId xmlns:a16="http://schemas.microsoft.com/office/drawing/2014/main" id="{11F82CB5-99C9-F128-5B87-1E12C6205661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317;p19">
              <a:extLst>
                <a:ext uri="{FF2B5EF4-FFF2-40B4-BE49-F238E27FC236}">
                  <a16:creationId xmlns:a16="http://schemas.microsoft.com/office/drawing/2014/main" id="{31E7FC91-327D-98C8-170F-6E7A0AC1BF5A}"/>
                </a:ext>
              </a:extLst>
            </p:cNvPr>
            <p:cNvGrpSpPr/>
            <p:nvPr/>
          </p:nvGrpSpPr>
          <p:grpSpPr>
            <a:xfrm rot="10800000">
              <a:off x="666239" y="819987"/>
              <a:ext cx="4406253" cy="5423080"/>
              <a:chOff x="0" y="0"/>
              <a:chExt cx="660400" cy="812800"/>
            </a:xfrm>
          </p:grpSpPr>
          <p:sp>
            <p:nvSpPr>
              <p:cNvPr id="17" name="Google Shape;318;p19">
                <a:extLst>
                  <a:ext uri="{FF2B5EF4-FFF2-40B4-BE49-F238E27FC236}">
                    <a16:creationId xmlns:a16="http://schemas.microsoft.com/office/drawing/2014/main" id="{4EAF10CD-C7EE-935F-D3EE-046E70AF408D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19;p19">
                <a:extLst>
                  <a:ext uri="{FF2B5EF4-FFF2-40B4-BE49-F238E27FC236}">
                    <a16:creationId xmlns:a16="http://schemas.microsoft.com/office/drawing/2014/main" id="{47E522EA-E908-ACC7-D5B4-445D2AADCD73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" name="CasetăText 12">
            <a:extLst>
              <a:ext uri="{FF2B5EF4-FFF2-40B4-BE49-F238E27FC236}">
                <a16:creationId xmlns:a16="http://schemas.microsoft.com/office/drawing/2014/main" id="{84C6EC42-38FE-1857-BB10-79F9D1DB6BB3}"/>
              </a:ext>
            </a:extLst>
          </p:cNvPr>
          <p:cNvSpPr txBox="1"/>
          <p:nvPr/>
        </p:nvSpPr>
        <p:spPr>
          <a:xfrm>
            <a:off x="15717661" y="9885676"/>
            <a:ext cx="2679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000">
                <a:latin typeface="Roboto"/>
                <a:ea typeface="Roboto"/>
                <a:cs typeface="Roboto"/>
              </a:rPr>
              <a:t>Moga Patricia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0943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082">
          <a:extLst>
            <a:ext uri="{FF2B5EF4-FFF2-40B4-BE49-F238E27FC236}">
              <a16:creationId xmlns:a16="http://schemas.microsoft.com/office/drawing/2014/main" id="{22F12F77-4F94-6E8E-4EC5-0489F245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41">
            <a:extLst>
              <a:ext uri="{FF2B5EF4-FFF2-40B4-BE49-F238E27FC236}">
                <a16:creationId xmlns:a16="http://schemas.microsoft.com/office/drawing/2014/main" id="{D174A08A-3185-0BDD-B333-660CF95D26B4}"/>
              </a:ext>
            </a:extLst>
          </p:cNvPr>
          <p:cNvSpPr txBox="1"/>
          <p:nvPr/>
        </p:nvSpPr>
        <p:spPr>
          <a:xfrm>
            <a:off x="8156402" y="197025"/>
            <a:ext cx="81153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0">
                <a:solidFill>
                  <a:srgbClr val="0B1320"/>
                </a:solidFill>
                <a:latin typeface="Playfair Display Black"/>
                <a:sym typeface="Playfair Display Black"/>
              </a:rPr>
              <a:t>Conclusion </a:t>
            </a:r>
            <a:endParaRPr lang="en-US" sz="9000">
              <a:solidFill>
                <a:srgbClr val="0B1320"/>
              </a:solidFill>
              <a:latin typeface="Playfair Display Black"/>
            </a:endParaRPr>
          </a:p>
        </p:txBody>
      </p:sp>
      <p:sp>
        <p:nvSpPr>
          <p:cNvPr id="1112" name="Google Shape;1112;p41">
            <a:extLst>
              <a:ext uri="{FF2B5EF4-FFF2-40B4-BE49-F238E27FC236}">
                <a16:creationId xmlns:a16="http://schemas.microsoft.com/office/drawing/2014/main" id="{D13A6A2F-BCAD-FA5D-33F7-B729533C5B06}"/>
              </a:ext>
            </a:extLst>
          </p:cNvPr>
          <p:cNvSpPr txBox="1"/>
          <p:nvPr/>
        </p:nvSpPr>
        <p:spPr>
          <a:xfrm>
            <a:off x="1164882" y="2936104"/>
            <a:ext cx="15360572" cy="638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har char="•"/>
            </a:pPr>
            <a:r>
              <a:rPr lang="en-US" sz="2900" b="1">
                <a:solidFill>
                  <a:srgbClr val="0B1320"/>
                </a:solidFill>
                <a:ea typeface="Roboto"/>
                <a:sym typeface="Roboto"/>
              </a:rPr>
              <a:t>The NLU Journey:</a:t>
            </a:r>
            <a:r>
              <a:rPr lang="en-US" sz="2900">
                <a:solidFill>
                  <a:srgbClr val="0B1320"/>
                </a:solidFill>
                <a:ea typeface="Roboto"/>
                <a:sym typeface="Roboto"/>
              </a:rPr>
              <a:t> Transitioning from rigid, rule-based systems to flexible, generative architectures.</a:t>
            </a:r>
            <a:endParaRPr lang="en-US" sz="2900">
              <a:solidFill>
                <a:srgbClr val="0B1320"/>
              </a:solidFill>
            </a:endParaRPr>
          </a:p>
          <a:p>
            <a:pPr marL="285750" indent="-285750">
              <a:buChar char="•"/>
            </a:pPr>
            <a:endParaRPr lang="en-US" sz="2900">
              <a:solidFill>
                <a:srgbClr val="0B1320"/>
              </a:solidFill>
              <a:ea typeface="Roboto"/>
            </a:endParaRPr>
          </a:p>
          <a:p>
            <a:pPr marL="285750" indent="-285750">
              <a:buChar char="•"/>
            </a:pPr>
            <a:r>
              <a:rPr lang="en-US" sz="2900" b="1">
                <a:solidFill>
                  <a:srgbClr val="0B1320"/>
                </a:solidFill>
                <a:ea typeface="Roboto"/>
                <a:sym typeface="Roboto"/>
              </a:rPr>
              <a:t>The Modern Shift:</a:t>
            </a:r>
            <a:r>
              <a:rPr lang="en-US" sz="2900">
                <a:solidFill>
                  <a:srgbClr val="0B1320"/>
                </a:solidFill>
                <a:ea typeface="Roboto"/>
                <a:sym typeface="Roboto"/>
              </a:rPr>
              <a:t> Moving toward </a:t>
            </a:r>
            <a:r>
              <a:rPr lang="en-US" sz="2900" b="1">
                <a:solidFill>
                  <a:srgbClr val="0B1320"/>
                </a:solidFill>
                <a:ea typeface="Roboto"/>
                <a:sym typeface="Roboto"/>
              </a:rPr>
              <a:t>end-to-end</a:t>
            </a:r>
            <a:r>
              <a:rPr lang="en-US" sz="2900">
                <a:solidFill>
                  <a:srgbClr val="0B1320"/>
                </a:solidFill>
                <a:ea typeface="Roboto"/>
                <a:sym typeface="Roboto"/>
              </a:rPr>
              <a:t> processes that utilize Large Language Models as a "single network for everything".</a:t>
            </a:r>
            <a:endParaRPr lang="en-US"/>
          </a:p>
          <a:p>
            <a:pPr marL="285750" indent="-285750">
              <a:buChar char="•"/>
            </a:pPr>
            <a:endParaRPr lang="en-US" sz="2900">
              <a:solidFill>
                <a:srgbClr val="0B1320"/>
              </a:solidFill>
              <a:ea typeface="Roboto"/>
            </a:endParaRPr>
          </a:p>
          <a:p>
            <a:pPr marL="285750" indent="-285750">
              <a:buChar char="•"/>
            </a:pPr>
            <a:r>
              <a:rPr lang="en-US" sz="2900" b="1">
                <a:solidFill>
                  <a:srgbClr val="0B1320"/>
                </a:solidFill>
                <a:ea typeface="Roboto"/>
                <a:sym typeface="Roboto"/>
              </a:rPr>
              <a:t>Key Trade-offs:</a:t>
            </a:r>
            <a:endParaRPr lang="en-US"/>
          </a:p>
          <a:p>
            <a:pPr marL="1200150" lvl="2" indent="-285750">
              <a:buFont typeface="Wingdings"/>
              <a:buChar char="§"/>
            </a:pPr>
            <a:r>
              <a:rPr lang="en-US" sz="2900" b="1">
                <a:solidFill>
                  <a:srgbClr val="0B1320"/>
                </a:solidFill>
                <a:ea typeface="Roboto"/>
                <a:sym typeface="Roboto"/>
              </a:rPr>
              <a:t>End-to-End:</a:t>
            </a:r>
            <a:r>
              <a:rPr lang="en-US" sz="2900">
                <a:solidFill>
                  <a:srgbClr val="0B1320"/>
                </a:solidFill>
                <a:ea typeface="Roboto"/>
                <a:sym typeface="Roboto"/>
              </a:rPr>
              <a:t> Offers joint optimization via backpropagation and reduces error accumulation.</a:t>
            </a:r>
            <a:endParaRPr lang="en-US"/>
          </a:p>
          <a:p>
            <a:pPr marL="1200150" lvl="2" indent="-285750">
              <a:buFont typeface="Wingdings"/>
              <a:buChar char="§"/>
            </a:pPr>
            <a:r>
              <a:rPr lang="en-US" sz="2900" b="1">
                <a:solidFill>
                  <a:srgbClr val="0B1320"/>
                </a:solidFill>
                <a:ea typeface="Roboto"/>
                <a:sym typeface="Roboto"/>
              </a:rPr>
              <a:t>Modular:</a:t>
            </a:r>
            <a:r>
              <a:rPr lang="en-US" sz="2900">
                <a:solidFill>
                  <a:srgbClr val="0B1320"/>
                </a:solidFill>
                <a:ea typeface="Roboto"/>
                <a:sym typeface="Roboto"/>
              </a:rPr>
              <a:t> Remains relevant for its superior </a:t>
            </a:r>
            <a:r>
              <a:rPr lang="en-US" sz="2900" b="1">
                <a:solidFill>
                  <a:srgbClr val="0B1320"/>
                </a:solidFill>
                <a:ea typeface="Roboto"/>
                <a:sym typeface="Roboto"/>
              </a:rPr>
              <a:t>explainability</a:t>
            </a:r>
            <a:r>
              <a:rPr lang="en-US" sz="2900">
                <a:solidFill>
                  <a:srgbClr val="0B1320"/>
                </a:solidFill>
                <a:ea typeface="Roboto"/>
                <a:sym typeface="Roboto"/>
              </a:rPr>
              <a:t> and ease of debugging.</a:t>
            </a:r>
            <a:endParaRPr lang="en-US" sz="2900">
              <a:solidFill>
                <a:srgbClr val="0B1320"/>
              </a:solidFill>
            </a:endParaRPr>
          </a:p>
          <a:p>
            <a:pPr marL="1200150" lvl="2" indent="-285750">
              <a:buFont typeface="Wingdings"/>
              <a:buChar char="§"/>
            </a:pPr>
            <a:endParaRPr lang="en-US" sz="2900">
              <a:solidFill>
                <a:srgbClr val="0B1320"/>
              </a:solidFill>
              <a:ea typeface="Roboto"/>
            </a:endParaRPr>
          </a:p>
          <a:p>
            <a:pPr marL="285750" indent="-285750">
              <a:buChar char="•"/>
            </a:pPr>
            <a:r>
              <a:rPr lang="en-US" sz="2900" b="1">
                <a:solidFill>
                  <a:srgbClr val="0B1320"/>
                </a:solidFill>
                <a:ea typeface="Roboto"/>
                <a:sym typeface="Roboto"/>
              </a:rPr>
              <a:t>The Future:</a:t>
            </a:r>
            <a:r>
              <a:rPr lang="en-US" sz="2900">
                <a:solidFill>
                  <a:srgbClr val="0B1320"/>
                </a:solidFill>
                <a:ea typeface="Roboto"/>
                <a:sym typeface="Roboto"/>
              </a:rPr>
              <a:t> Balancing deep contextual intelligence with the high precision needed for task-oriented applications.</a:t>
            </a:r>
            <a:endParaRPr lang="en-US"/>
          </a:p>
          <a:p>
            <a:pPr marL="0" marR="0" lvl="0" indent="0" algn="l">
              <a:lnSpc>
                <a:spcPct val="12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>
              <a:solidFill>
                <a:srgbClr val="0B1320"/>
              </a:solidFill>
              <a:ea typeface="Roboto"/>
            </a:endParaRPr>
          </a:p>
        </p:txBody>
      </p:sp>
      <p:cxnSp>
        <p:nvCxnSpPr>
          <p:cNvPr id="1116" name="Google Shape;1116;p41">
            <a:extLst>
              <a:ext uri="{FF2B5EF4-FFF2-40B4-BE49-F238E27FC236}">
                <a16:creationId xmlns:a16="http://schemas.microsoft.com/office/drawing/2014/main" id="{B4923AE3-C6D4-41F1-535A-C7507F762F04}"/>
              </a:ext>
            </a:extLst>
          </p:cNvPr>
          <p:cNvCxnSpPr/>
          <p:nvPr/>
        </p:nvCxnSpPr>
        <p:spPr>
          <a:xfrm>
            <a:off x="4718763" y="1028700"/>
            <a:ext cx="4425237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17" name="Google Shape;1117;p41">
            <a:extLst>
              <a:ext uri="{FF2B5EF4-FFF2-40B4-BE49-F238E27FC236}">
                <a16:creationId xmlns:a16="http://schemas.microsoft.com/office/drawing/2014/main" id="{E2C919DE-DCC9-5832-B584-459663224E71}"/>
              </a:ext>
            </a:extLst>
          </p:cNvPr>
          <p:cNvGrpSpPr/>
          <p:nvPr/>
        </p:nvGrpSpPr>
        <p:grpSpPr>
          <a:xfrm>
            <a:off x="2470913" y="862476"/>
            <a:ext cx="406823" cy="408647"/>
            <a:chOff x="1813" y="0"/>
            <a:chExt cx="809173" cy="812800"/>
          </a:xfrm>
        </p:grpSpPr>
        <p:sp>
          <p:nvSpPr>
            <p:cNvPr id="1118" name="Google Shape;1118;p41">
              <a:extLst>
                <a:ext uri="{FF2B5EF4-FFF2-40B4-BE49-F238E27FC236}">
                  <a16:creationId xmlns:a16="http://schemas.microsoft.com/office/drawing/2014/main" id="{2CEA71AA-0201-9B4B-EB0F-93986C88C10A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1">
              <a:extLst>
                <a:ext uri="{FF2B5EF4-FFF2-40B4-BE49-F238E27FC236}">
                  <a16:creationId xmlns:a16="http://schemas.microsoft.com/office/drawing/2014/main" id="{251F745C-D8DC-EA1E-F56E-84337F6BED2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0" name="Google Shape;1120;p41">
            <a:extLst>
              <a:ext uri="{FF2B5EF4-FFF2-40B4-BE49-F238E27FC236}">
                <a16:creationId xmlns:a16="http://schemas.microsoft.com/office/drawing/2014/main" id="{12D5C4AD-81A7-BA57-9E77-BB11DB4DE981}"/>
              </a:ext>
            </a:extLst>
          </p:cNvPr>
          <p:cNvGrpSpPr/>
          <p:nvPr/>
        </p:nvGrpSpPr>
        <p:grpSpPr>
          <a:xfrm>
            <a:off x="3034588" y="862476"/>
            <a:ext cx="406823" cy="408647"/>
            <a:chOff x="1813" y="0"/>
            <a:chExt cx="809173" cy="812800"/>
          </a:xfrm>
        </p:grpSpPr>
        <p:sp>
          <p:nvSpPr>
            <p:cNvPr id="1121" name="Google Shape;1121;p41">
              <a:extLst>
                <a:ext uri="{FF2B5EF4-FFF2-40B4-BE49-F238E27FC236}">
                  <a16:creationId xmlns:a16="http://schemas.microsoft.com/office/drawing/2014/main" id="{E66B6FF9-109E-AD64-FC42-8B2633008597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1">
              <a:extLst>
                <a:ext uri="{FF2B5EF4-FFF2-40B4-BE49-F238E27FC236}">
                  <a16:creationId xmlns:a16="http://schemas.microsoft.com/office/drawing/2014/main" id="{ABFFBE84-1A71-4FE8-02D2-5C4D6D9D98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3" name="Google Shape;1123;p41">
            <a:extLst>
              <a:ext uri="{FF2B5EF4-FFF2-40B4-BE49-F238E27FC236}">
                <a16:creationId xmlns:a16="http://schemas.microsoft.com/office/drawing/2014/main" id="{815EED2C-994A-542C-FA34-19823F25812E}"/>
              </a:ext>
            </a:extLst>
          </p:cNvPr>
          <p:cNvGrpSpPr/>
          <p:nvPr/>
        </p:nvGrpSpPr>
        <p:grpSpPr>
          <a:xfrm>
            <a:off x="3595635" y="862476"/>
            <a:ext cx="406823" cy="408647"/>
            <a:chOff x="1813" y="0"/>
            <a:chExt cx="809173" cy="812800"/>
          </a:xfrm>
        </p:grpSpPr>
        <p:sp>
          <p:nvSpPr>
            <p:cNvPr id="1124" name="Google Shape;1124;p41">
              <a:extLst>
                <a:ext uri="{FF2B5EF4-FFF2-40B4-BE49-F238E27FC236}">
                  <a16:creationId xmlns:a16="http://schemas.microsoft.com/office/drawing/2014/main" id="{FA05E70C-609B-C17E-4AD8-8B584C135E58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1">
              <a:extLst>
                <a:ext uri="{FF2B5EF4-FFF2-40B4-BE49-F238E27FC236}">
                  <a16:creationId xmlns:a16="http://schemas.microsoft.com/office/drawing/2014/main" id="{D1A5CFB3-F4D9-9BF4-DF37-C1BCDF384F8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CasetăText 2">
            <a:extLst>
              <a:ext uri="{FF2B5EF4-FFF2-40B4-BE49-F238E27FC236}">
                <a16:creationId xmlns:a16="http://schemas.microsoft.com/office/drawing/2014/main" id="{A4809E70-B6C5-1926-341C-F13DAF80F2F7}"/>
              </a:ext>
            </a:extLst>
          </p:cNvPr>
          <p:cNvSpPr txBox="1"/>
          <p:nvPr/>
        </p:nvSpPr>
        <p:spPr>
          <a:xfrm>
            <a:off x="16528300" y="9885676"/>
            <a:ext cx="26798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2000">
                <a:latin typeface="Roboto"/>
                <a:ea typeface="Roboto"/>
                <a:cs typeface="Roboto"/>
              </a:rPr>
              <a:t>Moga Patricia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945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Shape 1021">
          <a:extLst>
            <a:ext uri="{FF2B5EF4-FFF2-40B4-BE49-F238E27FC236}">
              <a16:creationId xmlns:a16="http://schemas.microsoft.com/office/drawing/2014/main" id="{94C9C85A-E61E-D91E-FF2E-8D2821D6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0">
            <a:extLst>
              <a:ext uri="{FF2B5EF4-FFF2-40B4-BE49-F238E27FC236}">
                <a16:creationId xmlns:a16="http://schemas.microsoft.com/office/drawing/2014/main" id="{77CEF62D-5F06-C13F-05FF-2434D850ECAE}"/>
              </a:ext>
            </a:extLst>
          </p:cNvPr>
          <p:cNvSpPr txBox="1"/>
          <p:nvPr/>
        </p:nvSpPr>
        <p:spPr>
          <a:xfrm>
            <a:off x="10443559" y="378689"/>
            <a:ext cx="7350616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>
                <a:solidFill>
                  <a:srgbClr val="0B1320"/>
                </a:solidFill>
                <a:latin typeface="Playfair Display Black"/>
                <a:sym typeface="Playfair Display Black"/>
              </a:rPr>
              <a:t>Bibliography</a:t>
            </a:r>
            <a:endParaRPr lang="en-US"/>
          </a:p>
        </p:txBody>
      </p:sp>
      <p:sp>
        <p:nvSpPr>
          <p:cNvPr id="1032" name="Google Shape;1032;p40">
            <a:extLst>
              <a:ext uri="{FF2B5EF4-FFF2-40B4-BE49-F238E27FC236}">
                <a16:creationId xmlns:a16="http://schemas.microsoft.com/office/drawing/2014/main" id="{DD5F5138-EE00-DA43-0CDA-14FB2785FE58}"/>
              </a:ext>
            </a:extLst>
          </p:cNvPr>
          <p:cNvSpPr txBox="1"/>
          <p:nvPr/>
        </p:nvSpPr>
        <p:spPr>
          <a:xfrm>
            <a:off x="2290213" y="2782114"/>
            <a:ext cx="12595189" cy="650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1"/>
              <a:t>[1]</a:t>
            </a:r>
            <a:r>
              <a:rPr lang="en-GB" sz="1600"/>
              <a:t> </a:t>
            </a:r>
            <a:r>
              <a:rPr lang="en-GB" sz="1600" i="1" err="1"/>
              <a:t>Zefan</a:t>
            </a:r>
            <a:r>
              <a:rPr lang="en-GB" sz="1600" i="1"/>
              <a:t> Cai, Xin Zheng, Tianyu Liu, Haoran Meng, Jiaqi Han, Gang Yuan, </a:t>
            </a:r>
            <a:r>
              <a:rPr lang="en-GB" sz="1600" i="1" err="1"/>
              <a:t>Binghuai</a:t>
            </a:r>
            <a:r>
              <a:rPr lang="en-GB" sz="1600" i="1"/>
              <a:t> Lin, </a:t>
            </a:r>
            <a:r>
              <a:rPr lang="en-GB" sz="1600" i="1" err="1"/>
              <a:t>Baobao</a:t>
            </a:r>
            <a:r>
              <a:rPr lang="en-GB" sz="1600" i="1"/>
              <a:t> Chang, and </a:t>
            </a:r>
            <a:r>
              <a:rPr lang="en-GB" sz="1600" i="1" err="1"/>
              <a:t>Yunbo</a:t>
            </a:r>
            <a:r>
              <a:rPr lang="en-GB" sz="1600" i="1"/>
              <a:t> Cao. </a:t>
            </a:r>
            <a:r>
              <a:rPr lang="en-GB" sz="1600" b="1" i="1" err="1"/>
              <a:t>DialogVCS</a:t>
            </a:r>
            <a:r>
              <a:rPr lang="en-GB" sz="1600" b="1" i="1"/>
              <a:t>:</a:t>
            </a:r>
            <a:r>
              <a:rPr lang="en-GB" sz="1600" b="1"/>
              <a:t> Robust natural language understanding in dialogue system upgrade. </a:t>
            </a:r>
            <a:r>
              <a:rPr lang="en-GB" sz="1600"/>
              <a:t>In Proceedings of the 2024 Conference of the North American Chapter of the Association for Computational Linguistics: Human Language Technologies (Volume 1: Long Papers), Stroudsburg, PA, USA, 2024. Association for Computational Linguistics. </a:t>
            </a:r>
            <a:endParaRPr lang="en-US" sz="1600"/>
          </a:p>
          <a:p>
            <a:pPr>
              <a:lnSpc>
                <a:spcPct val="120000"/>
              </a:lnSpc>
            </a:pPr>
            <a:r>
              <a:rPr lang="en-GB" sz="1600" b="1"/>
              <a:t>[2]</a:t>
            </a:r>
            <a:r>
              <a:rPr lang="en-GB" sz="1600"/>
              <a:t> </a:t>
            </a:r>
            <a:r>
              <a:rPr lang="en-GB" sz="1600" i="1"/>
              <a:t>Qian Chen, Zhu Zhuo, and Wen Wang. </a:t>
            </a:r>
            <a:r>
              <a:rPr lang="en-GB" sz="1600"/>
              <a:t>B</a:t>
            </a:r>
            <a:r>
              <a:rPr lang="en-GB" sz="1600" b="1"/>
              <a:t>ert for joint intent classification and slot filling, 2019. </a:t>
            </a:r>
          </a:p>
          <a:p>
            <a:pPr>
              <a:lnSpc>
                <a:spcPct val="120000"/>
              </a:lnSpc>
            </a:pPr>
            <a:r>
              <a:rPr lang="en-GB" sz="1600" b="1"/>
              <a:t>[3]</a:t>
            </a:r>
            <a:r>
              <a:rPr lang="en-GB" sz="1600"/>
              <a:t> Jacob Devlin, Ming-Wei Chang, Kenton Lee, and Kristina Toutanova.</a:t>
            </a:r>
            <a:r>
              <a:rPr lang="en-GB" sz="1600" b="1"/>
              <a:t> Bert: Pre-training of deep bidirectional transformers for language understanding, 2018.</a:t>
            </a:r>
            <a:r>
              <a:rPr lang="en-GB" sz="1600"/>
              <a:t> [4] Jianfeng Gao, Michel Galley, and Lihong Li. Neural approaches to conversational AI. September 2018. </a:t>
            </a:r>
          </a:p>
          <a:p>
            <a:pPr>
              <a:lnSpc>
                <a:spcPct val="120000"/>
              </a:lnSpc>
            </a:pPr>
            <a:r>
              <a:rPr lang="en-GB" sz="1600" b="1"/>
              <a:t>[5]</a:t>
            </a:r>
            <a:r>
              <a:rPr lang="en-GB" sz="1600"/>
              <a:t> </a:t>
            </a:r>
            <a:r>
              <a:rPr lang="en-GB" sz="1600" i="1"/>
              <a:t>Dilek </a:t>
            </a:r>
            <a:r>
              <a:rPr lang="en-GB" sz="1600" i="1" err="1"/>
              <a:t>Hakkani-T¨ur</a:t>
            </a:r>
            <a:r>
              <a:rPr lang="en-GB" sz="1600" i="1"/>
              <a:t>, Gokhan Tur, Asli </a:t>
            </a:r>
            <a:r>
              <a:rPr lang="en-GB" sz="1600" i="1" err="1"/>
              <a:t>Celikyilmaz</a:t>
            </a:r>
            <a:r>
              <a:rPr lang="en-GB" sz="1600" i="1"/>
              <a:t>, Yun-Nung Chen, Jianfeng Gao, Li Deng, and Ye-Yi Wang</a:t>
            </a:r>
            <a:r>
              <a:rPr lang="en-GB" sz="1600"/>
              <a:t>. </a:t>
            </a:r>
            <a:r>
              <a:rPr lang="en-GB" sz="1600" b="1"/>
              <a:t>Multi- domain joint semantic frame parsing using bi-directional RNN-LSTM.</a:t>
            </a:r>
            <a:r>
              <a:rPr lang="en-GB" sz="1600"/>
              <a:t> In </a:t>
            </a:r>
            <a:r>
              <a:rPr lang="en-GB" sz="1600" err="1"/>
              <a:t>Interspeech</a:t>
            </a:r>
            <a:r>
              <a:rPr lang="en-GB" sz="1600"/>
              <a:t> 2016, ISCA, September 2016. ISCA.</a:t>
            </a:r>
          </a:p>
          <a:p>
            <a:pPr>
              <a:lnSpc>
                <a:spcPct val="120000"/>
              </a:lnSpc>
            </a:pPr>
            <a:r>
              <a:rPr lang="en-GB" sz="1600" b="1"/>
              <a:t> [6]</a:t>
            </a:r>
            <a:r>
              <a:rPr lang="en-GB" sz="1600"/>
              <a:t> </a:t>
            </a:r>
            <a:r>
              <a:rPr lang="en-GB" sz="1600" i="1" err="1"/>
              <a:t>Shengpeng</a:t>
            </a:r>
            <a:r>
              <a:rPr lang="en-GB" sz="1600" i="1"/>
              <a:t> Ji, Yifu Chen, </a:t>
            </a:r>
            <a:r>
              <a:rPr lang="en-GB" sz="1600" i="1" err="1"/>
              <a:t>Minghui</a:t>
            </a:r>
            <a:r>
              <a:rPr lang="en-GB" sz="1600" i="1"/>
              <a:t> Fang, Jialong Zuo, Jingyu Lu, Hanting Wang, Ziyue Jiang, Long Zhou, </a:t>
            </a:r>
            <a:r>
              <a:rPr lang="en-GB" sz="1600" i="1" err="1"/>
              <a:t>Shujie</a:t>
            </a:r>
            <a:r>
              <a:rPr lang="en-GB" sz="1600" i="1"/>
              <a:t> Liu, </a:t>
            </a:r>
            <a:r>
              <a:rPr lang="en-GB" sz="1600" i="1" err="1"/>
              <a:t>Xize</a:t>
            </a:r>
            <a:r>
              <a:rPr lang="en-GB" sz="1600" i="1"/>
              <a:t> Cheng, </a:t>
            </a:r>
            <a:r>
              <a:rPr lang="en-GB" sz="1600" i="1" err="1"/>
              <a:t>Xiaoda</a:t>
            </a:r>
            <a:r>
              <a:rPr lang="en-GB" sz="1600" i="1"/>
              <a:t> Yang, </a:t>
            </a:r>
            <a:r>
              <a:rPr lang="en-GB" sz="1600" i="1" err="1"/>
              <a:t>Zehan</a:t>
            </a:r>
            <a:r>
              <a:rPr lang="en-GB" sz="1600" i="1"/>
              <a:t> Wang, Qian Yang, Jian Li, </a:t>
            </a:r>
            <a:r>
              <a:rPr lang="en-GB" sz="1600" i="1" err="1"/>
              <a:t>Yidi</a:t>
            </a:r>
            <a:r>
              <a:rPr lang="en-GB" sz="1600" i="1"/>
              <a:t> Jiang, </a:t>
            </a:r>
            <a:r>
              <a:rPr lang="en-GB" sz="1600" i="1" err="1"/>
              <a:t>Jingzhen</a:t>
            </a:r>
            <a:r>
              <a:rPr lang="en-GB" sz="1600" i="1"/>
              <a:t> He, </a:t>
            </a:r>
            <a:r>
              <a:rPr lang="en-GB" sz="1600" i="1" err="1"/>
              <a:t>Yunfei</a:t>
            </a:r>
            <a:r>
              <a:rPr lang="en-GB" sz="1600" i="1"/>
              <a:t> Chu, Jin Xu, and Zhou Zhao. </a:t>
            </a:r>
            <a:r>
              <a:rPr lang="en-GB" sz="1600" b="1" err="1"/>
              <a:t>Wavchat</a:t>
            </a:r>
            <a:r>
              <a:rPr lang="en-GB" sz="1600" b="1"/>
              <a:t>: A survey of spoken dialogue models, 2024.</a:t>
            </a:r>
          </a:p>
          <a:p>
            <a:pPr>
              <a:lnSpc>
                <a:spcPct val="120000"/>
              </a:lnSpc>
            </a:pPr>
            <a:r>
              <a:rPr lang="en-GB" sz="1600" b="1"/>
              <a:t> [7]</a:t>
            </a:r>
            <a:r>
              <a:rPr lang="en-GB" sz="1600" i="1"/>
              <a:t> Bing Liu and Ian Lane.</a:t>
            </a:r>
            <a:r>
              <a:rPr lang="en-GB" sz="1600"/>
              <a:t> </a:t>
            </a:r>
            <a:r>
              <a:rPr lang="en-GB" sz="1600" b="1"/>
              <a:t>Attention-based recurrent neural network models for joint intent detection and slot filling. </a:t>
            </a:r>
            <a:r>
              <a:rPr lang="en-GB" sz="1600"/>
              <a:t>September 2016.</a:t>
            </a:r>
          </a:p>
          <a:p>
            <a:pPr>
              <a:lnSpc>
                <a:spcPct val="120000"/>
              </a:lnSpc>
            </a:pPr>
            <a:r>
              <a:rPr lang="en-GB" sz="1600" b="1"/>
              <a:t> [8]</a:t>
            </a:r>
            <a:r>
              <a:rPr lang="en-GB" sz="1600"/>
              <a:t> </a:t>
            </a:r>
            <a:r>
              <a:rPr lang="en-GB" sz="1600" i="1"/>
              <a:t>Colin Raffel and Daniel P W Ellis</a:t>
            </a:r>
            <a:r>
              <a:rPr lang="en-GB" sz="1600"/>
              <a:t>.</a:t>
            </a:r>
            <a:r>
              <a:rPr lang="en-GB" sz="1600" b="1"/>
              <a:t> Feed-forward networks with attention can solve some long-term memory problems</a:t>
            </a:r>
            <a:r>
              <a:rPr lang="en-GB" sz="1600"/>
              <a:t>. December 2015.</a:t>
            </a:r>
          </a:p>
          <a:p>
            <a:pPr>
              <a:lnSpc>
                <a:spcPct val="120000"/>
              </a:lnSpc>
            </a:pPr>
            <a:r>
              <a:rPr lang="en-GB" sz="1600" b="1"/>
              <a:t> [9]</a:t>
            </a:r>
            <a:r>
              <a:rPr lang="en-GB" sz="1600"/>
              <a:t> </a:t>
            </a:r>
            <a:r>
              <a:rPr lang="en-GB" sz="1600" i="1"/>
              <a:t>Owen Rambow, Srinivas Bangalore, and Marilyn Walker. </a:t>
            </a:r>
            <a:r>
              <a:rPr lang="en-GB" sz="1600" b="1"/>
              <a:t>Natural language generation in dialog systems. </a:t>
            </a:r>
            <a:r>
              <a:rPr lang="en-GB" sz="1600"/>
              <a:t>In Proceed- </a:t>
            </a:r>
            <a:r>
              <a:rPr lang="en-GB" sz="1600" err="1"/>
              <a:t>ings</a:t>
            </a:r>
            <a:r>
              <a:rPr lang="en-GB" sz="1600"/>
              <a:t> of the First International Conference on Human Language Technology Research, HLT ’01, page 1–4, USA, 2001. Association for Computational Linguistics. </a:t>
            </a:r>
          </a:p>
          <a:p>
            <a:pPr>
              <a:lnSpc>
                <a:spcPct val="120000"/>
              </a:lnSpc>
            </a:pPr>
            <a:r>
              <a:rPr lang="en-GB" sz="1600" b="1"/>
              <a:t>[10]</a:t>
            </a:r>
            <a:r>
              <a:rPr lang="en-GB" sz="1600"/>
              <a:t> </a:t>
            </a:r>
            <a:r>
              <a:rPr lang="en-GB" sz="1600" i="1"/>
              <a:t>Lin Zhao and Zhe Feng</a:t>
            </a:r>
            <a:r>
              <a:rPr lang="en-GB" sz="1600"/>
              <a:t>. </a:t>
            </a:r>
            <a:r>
              <a:rPr lang="en-GB" sz="1600" b="1"/>
              <a:t>Improving slot filling in spoken language understanding with joint pointer and attention. </a:t>
            </a:r>
            <a:r>
              <a:rPr lang="en-GB" sz="1600"/>
              <a:t>In Iryna </a:t>
            </a:r>
            <a:r>
              <a:rPr lang="en-GB" sz="1600" err="1"/>
              <a:t>Gurevych</a:t>
            </a:r>
            <a:r>
              <a:rPr lang="en-GB" sz="1600"/>
              <a:t> and Yusuke Miyao, editors, Proceedings of the 56th Annual Meeting of the Association for Com- </a:t>
            </a:r>
            <a:r>
              <a:rPr lang="en-GB" sz="1600" err="1"/>
              <a:t>putational</a:t>
            </a:r>
            <a:r>
              <a:rPr lang="en-GB" sz="1600"/>
              <a:t> Linguistics (Volume 2: Short Papers), pages 426–431, Melbourne, Australia, July 2018. Association for Computational Linguistics.</a:t>
            </a:r>
            <a:endParaRPr sz="1600"/>
          </a:p>
        </p:txBody>
      </p:sp>
      <p:grpSp>
        <p:nvGrpSpPr>
          <p:cNvPr id="1047" name="Google Shape;1047;p40">
            <a:extLst>
              <a:ext uri="{FF2B5EF4-FFF2-40B4-BE49-F238E27FC236}">
                <a16:creationId xmlns:a16="http://schemas.microsoft.com/office/drawing/2014/main" id="{BF8BC4C0-4AB4-0724-5E66-1D709787D3BF}"/>
              </a:ext>
            </a:extLst>
          </p:cNvPr>
          <p:cNvGrpSpPr/>
          <p:nvPr/>
        </p:nvGrpSpPr>
        <p:grpSpPr>
          <a:xfrm>
            <a:off x="13879602" y="172573"/>
            <a:ext cx="371556" cy="373221"/>
            <a:chOff x="1813" y="0"/>
            <a:chExt cx="809173" cy="812800"/>
          </a:xfrm>
        </p:grpSpPr>
        <p:sp>
          <p:nvSpPr>
            <p:cNvPr id="1048" name="Google Shape;1048;p40">
              <a:extLst>
                <a:ext uri="{FF2B5EF4-FFF2-40B4-BE49-F238E27FC236}">
                  <a16:creationId xmlns:a16="http://schemas.microsoft.com/office/drawing/2014/main" id="{3B0FB29B-5306-ED31-6B23-4CB57CD8DBEB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0">
              <a:extLst>
                <a:ext uri="{FF2B5EF4-FFF2-40B4-BE49-F238E27FC236}">
                  <a16:creationId xmlns:a16="http://schemas.microsoft.com/office/drawing/2014/main" id="{9C7DAE06-DFF2-C059-5601-A862AB108F9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2" name="Google Shape;1052;p40">
            <a:extLst>
              <a:ext uri="{FF2B5EF4-FFF2-40B4-BE49-F238E27FC236}">
                <a16:creationId xmlns:a16="http://schemas.microsoft.com/office/drawing/2014/main" id="{D4EC6E09-9FE0-252D-527F-9D8F79B4DF27}"/>
              </a:ext>
            </a:extLst>
          </p:cNvPr>
          <p:cNvGrpSpPr/>
          <p:nvPr/>
        </p:nvGrpSpPr>
        <p:grpSpPr>
          <a:xfrm>
            <a:off x="9748079" y="144540"/>
            <a:ext cx="371556" cy="373221"/>
            <a:chOff x="1813" y="0"/>
            <a:chExt cx="809173" cy="812800"/>
          </a:xfrm>
        </p:grpSpPr>
        <p:sp>
          <p:nvSpPr>
            <p:cNvPr id="1053" name="Google Shape;1053;p40">
              <a:extLst>
                <a:ext uri="{FF2B5EF4-FFF2-40B4-BE49-F238E27FC236}">
                  <a16:creationId xmlns:a16="http://schemas.microsoft.com/office/drawing/2014/main" id="{BFF18CEB-8377-F6D7-5FDF-87764E4E8E09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0">
              <a:extLst>
                <a:ext uri="{FF2B5EF4-FFF2-40B4-BE49-F238E27FC236}">
                  <a16:creationId xmlns:a16="http://schemas.microsoft.com/office/drawing/2014/main" id="{2891A2EE-AC93-5593-7AA3-40E7699A472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6" name="Google Shape;1056;p40">
            <a:extLst>
              <a:ext uri="{FF2B5EF4-FFF2-40B4-BE49-F238E27FC236}">
                <a16:creationId xmlns:a16="http://schemas.microsoft.com/office/drawing/2014/main" id="{A33B4344-4322-9630-E4F5-9B340EAB7E0E}"/>
              </a:ext>
            </a:extLst>
          </p:cNvPr>
          <p:cNvGrpSpPr/>
          <p:nvPr/>
        </p:nvGrpSpPr>
        <p:grpSpPr>
          <a:xfrm>
            <a:off x="17812917" y="200606"/>
            <a:ext cx="371556" cy="373221"/>
            <a:chOff x="1813" y="0"/>
            <a:chExt cx="809173" cy="812800"/>
          </a:xfrm>
        </p:grpSpPr>
        <p:sp>
          <p:nvSpPr>
            <p:cNvPr id="1057" name="Google Shape;1057;p40">
              <a:extLst>
                <a:ext uri="{FF2B5EF4-FFF2-40B4-BE49-F238E27FC236}">
                  <a16:creationId xmlns:a16="http://schemas.microsoft.com/office/drawing/2014/main" id="{03280FD6-D602-7B13-9ED8-E8AA5A58C469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0">
              <a:extLst>
                <a:ext uri="{FF2B5EF4-FFF2-40B4-BE49-F238E27FC236}">
                  <a16:creationId xmlns:a16="http://schemas.microsoft.com/office/drawing/2014/main" id="{4B6DD09C-34DF-7CB4-4530-C856571F217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9" name="Google Shape;1059;p40">
            <a:extLst>
              <a:ext uri="{FF2B5EF4-FFF2-40B4-BE49-F238E27FC236}">
                <a16:creationId xmlns:a16="http://schemas.microsoft.com/office/drawing/2014/main" id="{C1EF802B-64A9-00E5-247C-AA337D48F2EE}"/>
              </a:ext>
            </a:extLst>
          </p:cNvPr>
          <p:cNvGrpSpPr/>
          <p:nvPr/>
        </p:nvGrpSpPr>
        <p:grpSpPr>
          <a:xfrm>
            <a:off x="15576838" y="6546373"/>
            <a:ext cx="6078519" cy="7481254"/>
            <a:chOff x="0" y="0"/>
            <a:chExt cx="8104692" cy="9975005"/>
          </a:xfrm>
        </p:grpSpPr>
        <p:grpSp>
          <p:nvGrpSpPr>
            <p:cNvPr id="1060" name="Google Shape;1060;p40">
              <a:extLst>
                <a:ext uri="{FF2B5EF4-FFF2-40B4-BE49-F238E27FC236}">
                  <a16:creationId xmlns:a16="http://schemas.microsoft.com/office/drawing/2014/main" id="{6B8092D6-0D2A-17EE-599B-1B68123B9C26}"/>
                </a:ext>
              </a:extLst>
            </p:cNvPr>
            <p:cNvGrpSpPr/>
            <p:nvPr/>
          </p:nvGrpSpPr>
          <p:grpSpPr>
            <a:xfrm>
              <a:off x="0" y="0"/>
              <a:ext cx="8104692" cy="9975005"/>
              <a:chOff x="0" y="0"/>
              <a:chExt cx="660400" cy="812800"/>
            </a:xfrm>
          </p:grpSpPr>
          <p:sp>
            <p:nvSpPr>
              <p:cNvPr id="1061" name="Google Shape;1061;p40">
                <a:extLst>
                  <a:ext uri="{FF2B5EF4-FFF2-40B4-BE49-F238E27FC236}">
                    <a16:creationId xmlns:a16="http://schemas.microsoft.com/office/drawing/2014/main" id="{AC796774-D191-65AE-18F7-3E6CF42B595B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0">
                <a:extLst>
                  <a:ext uri="{FF2B5EF4-FFF2-40B4-BE49-F238E27FC236}">
                    <a16:creationId xmlns:a16="http://schemas.microsoft.com/office/drawing/2014/main" id="{FA86FD3F-0613-5AE7-FF5E-B9F52C7B340F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3" name="Google Shape;1063;p40">
              <a:extLst>
                <a:ext uri="{FF2B5EF4-FFF2-40B4-BE49-F238E27FC236}">
                  <a16:creationId xmlns:a16="http://schemas.microsoft.com/office/drawing/2014/main" id="{CF53B46E-51D8-4FD9-9CD7-8C9217DEF0B7}"/>
                </a:ext>
              </a:extLst>
            </p:cNvPr>
            <p:cNvGrpSpPr/>
            <p:nvPr/>
          </p:nvGrpSpPr>
          <p:grpSpPr>
            <a:xfrm>
              <a:off x="473486" y="582752"/>
              <a:ext cx="7157719" cy="8809501"/>
              <a:chOff x="0" y="0"/>
              <a:chExt cx="660400" cy="812800"/>
            </a:xfrm>
          </p:grpSpPr>
          <p:sp>
            <p:nvSpPr>
              <p:cNvPr id="1064" name="Google Shape;1064;p40">
                <a:extLst>
                  <a:ext uri="{FF2B5EF4-FFF2-40B4-BE49-F238E27FC236}">
                    <a16:creationId xmlns:a16="http://schemas.microsoft.com/office/drawing/2014/main" id="{2D401BC1-8856-0B9A-DA5A-79149F8B66D7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0">
                <a:extLst>
                  <a:ext uri="{FF2B5EF4-FFF2-40B4-BE49-F238E27FC236}">
                    <a16:creationId xmlns:a16="http://schemas.microsoft.com/office/drawing/2014/main" id="{5A7B1789-66F8-F99D-AC84-1C31988324D7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40">
              <a:extLst>
                <a:ext uri="{FF2B5EF4-FFF2-40B4-BE49-F238E27FC236}">
                  <a16:creationId xmlns:a16="http://schemas.microsoft.com/office/drawing/2014/main" id="{A1C2803A-AFCD-7D28-0524-CF42CFDDCEEE}"/>
                </a:ext>
              </a:extLst>
            </p:cNvPr>
            <p:cNvGrpSpPr/>
            <p:nvPr/>
          </p:nvGrpSpPr>
          <p:grpSpPr>
            <a:xfrm>
              <a:off x="940916" y="1158050"/>
              <a:ext cx="6222860" cy="7658905"/>
              <a:chOff x="0" y="0"/>
              <a:chExt cx="660400" cy="812800"/>
            </a:xfrm>
          </p:grpSpPr>
          <p:sp>
            <p:nvSpPr>
              <p:cNvPr id="1067" name="Google Shape;1067;p40">
                <a:extLst>
                  <a:ext uri="{FF2B5EF4-FFF2-40B4-BE49-F238E27FC236}">
                    <a16:creationId xmlns:a16="http://schemas.microsoft.com/office/drawing/2014/main" id="{3D84D766-2ACF-964D-A8E3-B711A55A08A2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0">
                <a:extLst>
                  <a:ext uri="{FF2B5EF4-FFF2-40B4-BE49-F238E27FC236}">
                    <a16:creationId xmlns:a16="http://schemas.microsoft.com/office/drawing/2014/main" id="{C63A8824-C655-EC6E-0C80-C6675F26255E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9" name="Google Shape;1069;p40">
            <a:extLst>
              <a:ext uri="{FF2B5EF4-FFF2-40B4-BE49-F238E27FC236}">
                <a16:creationId xmlns:a16="http://schemas.microsoft.com/office/drawing/2014/main" id="{6BDFF533-B65C-CCCD-0DE3-62AED792D9D2}"/>
              </a:ext>
            </a:extLst>
          </p:cNvPr>
          <p:cNvGrpSpPr/>
          <p:nvPr/>
        </p:nvGrpSpPr>
        <p:grpSpPr>
          <a:xfrm rot="10800000">
            <a:off x="-2598" y="-5809124"/>
            <a:ext cx="6348151" cy="7813109"/>
            <a:chOff x="0" y="0"/>
            <a:chExt cx="8464201" cy="10417478"/>
          </a:xfrm>
        </p:grpSpPr>
        <p:grpSp>
          <p:nvGrpSpPr>
            <p:cNvPr id="1070" name="Google Shape;1070;p40">
              <a:extLst>
                <a:ext uri="{FF2B5EF4-FFF2-40B4-BE49-F238E27FC236}">
                  <a16:creationId xmlns:a16="http://schemas.microsoft.com/office/drawing/2014/main" id="{3CA3EE04-2E50-8444-3FA1-072253FC2443}"/>
                </a:ext>
              </a:extLst>
            </p:cNvPr>
            <p:cNvGrpSpPr/>
            <p:nvPr/>
          </p:nvGrpSpPr>
          <p:grpSpPr>
            <a:xfrm>
              <a:off x="0" y="0"/>
              <a:ext cx="8464201" cy="10417478"/>
              <a:chOff x="0" y="0"/>
              <a:chExt cx="660400" cy="812800"/>
            </a:xfrm>
          </p:grpSpPr>
          <p:sp>
            <p:nvSpPr>
              <p:cNvPr id="1071" name="Google Shape;1071;p40">
                <a:extLst>
                  <a:ext uri="{FF2B5EF4-FFF2-40B4-BE49-F238E27FC236}">
                    <a16:creationId xmlns:a16="http://schemas.microsoft.com/office/drawing/2014/main" id="{84075C14-7324-959E-B50F-84C6FA2BBE3C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40">
                <a:extLst>
                  <a:ext uri="{FF2B5EF4-FFF2-40B4-BE49-F238E27FC236}">
                    <a16:creationId xmlns:a16="http://schemas.microsoft.com/office/drawing/2014/main" id="{FCF1CEFC-A4C8-80AC-8CB8-671E64FEEF14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3" name="Google Shape;1073;p40">
              <a:extLst>
                <a:ext uri="{FF2B5EF4-FFF2-40B4-BE49-F238E27FC236}">
                  <a16:creationId xmlns:a16="http://schemas.microsoft.com/office/drawing/2014/main" id="{319AE227-A2C7-69B7-BF03-658CFB3BE81B}"/>
                </a:ext>
              </a:extLst>
            </p:cNvPr>
            <p:cNvGrpSpPr/>
            <p:nvPr/>
          </p:nvGrpSpPr>
          <p:grpSpPr>
            <a:xfrm>
              <a:off x="494489" y="608602"/>
              <a:ext cx="7475223" cy="9200274"/>
              <a:chOff x="0" y="0"/>
              <a:chExt cx="660400" cy="812800"/>
            </a:xfrm>
          </p:grpSpPr>
          <p:sp>
            <p:nvSpPr>
              <p:cNvPr id="1074" name="Google Shape;1074;p40">
                <a:extLst>
                  <a:ext uri="{FF2B5EF4-FFF2-40B4-BE49-F238E27FC236}">
                    <a16:creationId xmlns:a16="http://schemas.microsoft.com/office/drawing/2014/main" id="{7E71D7D8-B833-5B52-3D47-223DB2C00452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0">
                <a:extLst>
                  <a:ext uri="{FF2B5EF4-FFF2-40B4-BE49-F238E27FC236}">
                    <a16:creationId xmlns:a16="http://schemas.microsoft.com/office/drawing/2014/main" id="{6C6217B2-06E7-C972-6CCE-A9F7546A1C21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6" name="Google Shape;1076;p40">
              <a:extLst>
                <a:ext uri="{FF2B5EF4-FFF2-40B4-BE49-F238E27FC236}">
                  <a16:creationId xmlns:a16="http://schemas.microsoft.com/office/drawing/2014/main" id="{5FF5D36A-7F76-D4E1-D0E9-F3E7D42B37E3}"/>
                </a:ext>
              </a:extLst>
            </p:cNvPr>
            <p:cNvGrpSpPr/>
            <p:nvPr/>
          </p:nvGrpSpPr>
          <p:grpSpPr>
            <a:xfrm>
              <a:off x="982653" y="1209419"/>
              <a:ext cx="6498895" cy="7998640"/>
              <a:chOff x="0" y="0"/>
              <a:chExt cx="660400" cy="812800"/>
            </a:xfrm>
          </p:grpSpPr>
          <p:sp>
            <p:nvSpPr>
              <p:cNvPr id="1077" name="Google Shape;1077;p40">
                <a:extLst>
                  <a:ext uri="{FF2B5EF4-FFF2-40B4-BE49-F238E27FC236}">
                    <a16:creationId xmlns:a16="http://schemas.microsoft.com/office/drawing/2014/main" id="{DD0CD402-4600-F3E2-F6C4-A2B87EC184A4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0">
                <a:extLst>
                  <a:ext uri="{FF2B5EF4-FFF2-40B4-BE49-F238E27FC236}">
                    <a16:creationId xmlns:a16="http://schemas.microsoft.com/office/drawing/2014/main" id="{CE07E108-8037-F466-540B-DAF569658282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0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2026-04-27T13:46:41Z</dcterms:modified>
</cp:coreProperties>
</file>